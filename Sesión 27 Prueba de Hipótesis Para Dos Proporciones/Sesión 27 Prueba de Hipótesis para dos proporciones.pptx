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268" r:id="rId2"/>
    <p:sldId id="269" r:id="rId3"/>
    <p:sldId id="281" r:id="rId4"/>
    <p:sldId id="308" r:id="rId5"/>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Estilo claro 1 - Acento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505E3EF-67EA-436B-97B2-0124C06EBD24}" styleName="Estilo medio 4 - Énfasis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E3FDE45-AF77-4B5C-9715-49D594BDF05E}" styleName="Estilo claro 1 - Acento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95" d="100"/>
          <a:sy n="95" d="100"/>
        </p:scale>
        <p:origin x="20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E06FD9-7C5A-4B1C-968A-BB507C3E1197}" type="datetimeFigureOut">
              <a:rPr lang="es-MX" smtClean="0"/>
              <a:t>08/04/2025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B6384F-A249-4C3C-8731-5338BA85F774}" type="slidenum">
              <a:rPr lang="es-MX" smtClean="0"/>
              <a:t>‹Nº›</a:t>
            </a:fld>
            <a:endParaRPr lang="es-MX"/>
          </a:p>
        </p:txBody>
      </p:sp>
    </p:spTree>
    <p:extLst>
      <p:ext uri="{BB962C8B-B14F-4D97-AF65-F5344CB8AC3E}">
        <p14:creationId xmlns:p14="http://schemas.microsoft.com/office/powerpoint/2010/main" val="3140859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9C7E07-3C67-C64C-8DA0-0404F6303970}"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5526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2</a:t>
            </a:fld>
            <a:endParaRPr lang="es-ES"/>
          </a:p>
        </p:txBody>
      </p:sp>
    </p:spTree>
    <p:extLst>
      <p:ext uri="{BB962C8B-B14F-4D97-AF65-F5344CB8AC3E}">
        <p14:creationId xmlns:p14="http://schemas.microsoft.com/office/powerpoint/2010/main" val="13274242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3</a:t>
            </a:fld>
            <a:endParaRPr lang="es-ES"/>
          </a:p>
        </p:txBody>
      </p:sp>
    </p:spTree>
    <p:extLst>
      <p:ext uri="{BB962C8B-B14F-4D97-AF65-F5344CB8AC3E}">
        <p14:creationId xmlns:p14="http://schemas.microsoft.com/office/powerpoint/2010/main" val="4689701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24A55-20DB-85A1-2EDE-66A02C7A06A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0E2D61F-BB61-3E1E-35F9-D38753B84E1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103D4B5-FAC2-5A1F-81BA-4D8AE20A33E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C6D74662-610D-6E13-8043-211CEBC608E0}"/>
              </a:ext>
            </a:extLst>
          </p:cNvPr>
          <p:cNvSpPr>
            <a:spLocks noGrp="1"/>
          </p:cNvSpPr>
          <p:nvPr>
            <p:ph type="sldNum" sz="quarter" idx="5"/>
          </p:nvPr>
        </p:nvSpPr>
        <p:spPr/>
        <p:txBody>
          <a:bodyPr/>
          <a:lstStyle/>
          <a:p>
            <a:pPr rtl="0"/>
            <a:fld id="{A89C7E07-3C67-C64C-8DA0-0404F6303970}" type="slidenum">
              <a:rPr lang="es-ES" smtClean="0"/>
              <a:t>4</a:t>
            </a:fld>
            <a:endParaRPr lang="es-ES"/>
          </a:p>
        </p:txBody>
      </p:sp>
    </p:spTree>
    <p:extLst>
      <p:ext uri="{BB962C8B-B14F-4D97-AF65-F5344CB8AC3E}">
        <p14:creationId xmlns:p14="http://schemas.microsoft.com/office/powerpoint/2010/main" val="5954327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p:nvPr>
        </p:nvSpPr>
        <p:spPr>
          <a:xfrm>
            <a:off x="6367054" y="2116182"/>
            <a:ext cx="5491571" cy="1514019"/>
          </a:xfrm>
          <a:prstGeom prst="rect">
            <a:avLst/>
          </a:prstGeom>
        </p:spPr>
        <p:txBody>
          <a:bodyPr lIns="0" tIns="0" rIns="0" bIns="0" rtlCol="0" anchor="b">
            <a:noAutofit/>
          </a:bodyPr>
          <a:lstStyle>
            <a:lvl1pPr algn="l">
              <a:defRPr sz="6000" b="1" i="0" spc="100" baseline="0">
                <a:solidFill>
                  <a:schemeClr val="bg1"/>
                </a:solidFill>
                <a:latin typeface="+mj-lt"/>
              </a:defRPr>
            </a:lvl1pPr>
          </a:lstStyle>
          <a:p>
            <a:pPr rtl="0"/>
            <a:r>
              <a:rPr lang="es-ES" noProof="0"/>
              <a:t>Haga clic para modificar el estilo de título del patrón</a:t>
            </a:r>
            <a:endParaRPr lang="es-ES" noProof="0" dirty="0"/>
          </a:p>
        </p:txBody>
      </p:sp>
      <p:grpSp>
        <p:nvGrpSpPr>
          <p:cNvPr id="9" name="Grupo 8">
            <a:extLst>
              <a:ext uri="{FF2B5EF4-FFF2-40B4-BE49-F238E27FC236}">
                <a16:creationId xmlns:a16="http://schemas.microsoft.com/office/drawing/2014/main" id="{C26C18C3-ED25-DD4B-BA72-24932D54DE37}"/>
              </a:ext>
            </a:extLst>
          </p:cNvPr>
          <p:cNvGrpSpPr>
            <a:grpSpLocks/>
          </p:cNvGrpSpPr>
          <p:nvPr userDrawn="1"/>
        </p:nvGrpSpPr>
        <p:grpSpPr bwMode="auto">
          <a:xfrm>
            <a:off x="1" y="758752"/>
            <a:ext cx="6099248" cy="6099248"/>
            <a:chOff x="0" y="12289"/>
            <a:chExt cx="3550" cy="3551"/>
          </a:xfrm>
        </p:grpSpPr>
        <p:sp>
          <p:nvSpPr>
            <p:cNvPr id="10" name="Forma lib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1" name="Forma lib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2" name="Forma lib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18" name="Marcador de texto 29">
            <a:extLst>
              <a:ext uri="{FF2B5EF4-FFF2-40B4-BE49-F238E27FC236}">
                <a16:creationId xmlns:a16="http://schemas.microsoft.com/office/drawing/2014/main" id="{276A9CD7-E675-3048-86D3-3546A2F6B456}"/>
              </a:ext>
            </a:extLst>
          </p:cNvPr>
          <p:cNvSpPr>
            <a:spLocks noGrp="1"/>
          </p:cNvSpPr>
          <p:nvPr>
            <p:ph type="body" sz="quarter" idx="11"/>
          </p:nvPr>
        </p:nvSpPr>
        <p:spPr>
          <a:xfrm>
            <a:off x="6367055" y="4549553"/>
            <a:ext cx="5491570" cy="953337"/>
          </a:xfrm>
        </p:spPr>
        <p:txBody>
          <a:bodyPr lIns="0" tIns="0" rIns="0" bIns="0" rtlCol="0">
            <a:noAutofit/>
          </a:bodyPr>
          <a:lstStyle>
            <a:lvl1pPr marL="0" indent="0">
              <a:buNone/>
              <a:defRPr sz="1800" b="0" i="0">
                <a:solidFill>
                  <a:schemeClr val="tx2"/>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13" name="Conector recto 12">
            <a:extLst>
              <a:ext uri="{FF2B5EF4-FFF2-40B4-BE49-F238E27FC236}">
                <a16:creationId xmlns:a16="http://schemas.microsoft.com/office/drawing/2014/main" id="{A69706A2-3726-FE4E-B923-E75D48597816}"/>
              </a:ext>
            </a:extLst>
          </p:cNvPr>
          <p:cNvCxnSpPr>
            <a:cxnSpLocks/>
          </p:cNvCxnSpPr>
          <p:nvPr userDrawn="1"/>
        </p:nvCxnSpPr>
        <p:spPr>
          <a:xfrm>
            <a:off x="6367055" y="4252111"/>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39669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upo 5">
            <a:extLst>
              <a:ext uri="{FF2B5EF4-FFF2-40B4-BE49-F238E27FC236}">
                <a16:creationId xmlns:a16="http://schemas.microsoft.com/office/drawing/2014/main" id="{806C6F65-35CD-D64B-992A-0C1C1E00384D}"/>
              </a:ext>
            </a:extLst>
          </p:cNvPr>
          <p:cNvGrpSpPr/>
          <p:nvPr userDrawn="1"/>
        </p:nvGrpSpPr>
        <p:grpSpPr>
          <a:xfrm>
            <a:off x="6362700" y="0"/>
            <a:ext cx="5829298" cy="3235602"/>
            <a:chOff x="5612972" y="1"/>
            <a:chExt cx="6615961" cy="3672246"/>
          </a:xfrm>
        </p:grpSpPr>
        <p:sp>
          <p:nvSpPr>
            <p:cNvPr id="7" name="Autoforma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8" name="Forma libre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9" name="Forma libre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0" name="Forma libre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1" name="Forma libre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12" name="Título 1">
            <a:extLst>
              <a:ext uri="{FF2B5EF4-FFF2-40B4-BE49-F238E27FC236}">
                <a16:creationId xmlns:a16="http://schemas.microsoft.com/office/drawing/2014/main" id="{39F93F26-ED5C-E74E-BFBD-E3054DC1B9C1}"/>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spc="50" baseline="0">
                <a:latin typeface="+mj-lt"/>
              </a:defRPr>
            </a:lvl1pPr>
          </a:lstStyle>
          <a:p>
            <a:pPr rtl="0"/>
            <a:r>
              <a:rPr lang="es-ES" noProof="0"/>
              <a:t>Haga clic para modificar el estilo de título del patrón</a:t>
            </a:r>
            <a:endParaRPr lang="es-ES" noProof="0" dirty="0"/>
          </a:p>
        </p:txBody>
      </p:sp>
      <p:cxnSp>
        <p:nvCxnSpPr>
          <p:cNvPr id="13" name="Conector recto 12">
            <a:extLst>
              <a:ext uri="{FF2B5EF4-FFF2-40B4-BE49-F238E27FC236}">
                <a16:creationId xmlns:a16="http://schemas.microsoft.com/office/drawing/2014/main" id="{CF0FD074-81E2-0D4E-8446-C5B415B238A0}"/>
              </a:ext>
            </a:extLst>
          </p:cNvPr>
          <p:cNvCxnSpPr>
            <a:cxnSpLocks/>
          </p:cNvCxnSpPr>
          <p:nvPr userDrawn="1"/>
        </p:nvCxnSpPr>
        <p:spPr>
          <a:xfrm>
            <a:off x="952500" y="1934655"/>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4" name="Marcador de texto 29">
            <a:extLst>
              <a:ext uri="{FF2B5EF4-FFF2-40B4-BE49-F238E27FC236}">
                <a16:creationId xmlns:a16="http://schemas.microsoft.com/office/drawing/2014/main" id="{58AAB058-5FFC-9E4E-AD2E-FB1B4EE51025}"/>
              </a:ext>
            </a:extLst>
          </p:cNvPr>
          <p:cNvSpPr>
            <a:spLocks noGrp="1"/>
          </p:cNvSpPr>
          <p:nvPr>
            <p:ph type="body" sz="quarter" idx="13"/>
          </p:nvPr>
        </p:nvSpPr>
        <p:spPr>
          <a:xfrm>
            <a:off x="952500" y="2818296"/>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5" name="Marcador de texto 29">
            <a:extLst>
              <a:ext uri="{FF2B5EF4-FFF2-40B4-BE49-F238E27FC236}">
                <a16:creationId xmlns:a16="http://schemas.microsoft.com/office/drawing/2014/main" id="{18ABDA74-C3EC-274D-BE87-AC5B825A2A4C}"/>
              </a:ext>
            </a:extLst>
          </p:cNvPr>
          <p:cNvSpPr>
            <a:spLocks noGrp="1"/>
          </p:cNvSpPr>
          <p:nvPr>
            <p:ph type="body" sz="quarter" idx="14"/>
          </p:nvPr>
        </p:nvSpPr>
        <p:spPr>
          <a:xfrm>
            <a:off x="952500" y="2209800"/>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16" name="Conector recto 15">
            <a:extLst>
              <a:ext uri="{FF2B5EF4-FFF2-40B4-BE49-F238E27FC236}">
                <a16:creationId xmlns:a16="http://schemas.microsoft.com/office/drawing/2014/main" id="{A3DDE02E-BC75-2645-8725-CA2CFD327A3C}"/>
              </a:ext>
            </a:extLst>
          </p:cNvPr>
          <p:cNvCxnSpPr>
            <a:cxnSpLocks/>
          </p:cNvCxnSpPr>
          <p:nvPr userDrawn="1"/>
        </p:nvCxnSpPr>
        <p:spPr>
          <a:xfrm>
            <a:off x="3663043"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7" name="Marcador de texto 29">
            <a:extLst>
              <a:ext uri="{FF2B5EF4-FFF2-40B4-BE49-F238E27FC236}">
                <a16:creationId xmlns:a16="http://schemas.microsoft.com/office/drawing/2014/main" id="{3ABA9FD1-9B74-F14F-81EF-7B3407196B03}"/>
              </a:ext>
            </a:extLst>
          </p:cNvPr>
          <p:cNvSpPr>
            <a:spLocks noGrp="1"/>
          </p:cNvSpPr>
          <p:nvPr>
            <p:ph type="body" sz="quarter" idx="15"/>
          </p:nvPr>
        </p:nvSpPr>
        <p:spPr>
          <a:xfrm>
            <a:off x="3663042" y="2818296"/>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8" name="Marcador de texto 29">
            <a:extLst>
              <a:ext uri="{FF2B5EF4-FFF2-40B4-BE49-F238E27FC236}">
                <a16:creationId xmlns:a16="http://schemas.microsoft.com/office/drawing/2014/main" id="{0E9E9D03-0186-5B4C-A73F-95ADCD08A44A}"/>
              </a:ext>
            </a:extLst>
          </p:cNvPr>
          <p:cNvSpPr>
            <a:spLocks noGrp="1"/>
          </p:cNvSpPr>
          <p:nvPr>
            <p:ph type="body" sz="quarter" idx="16"/>
          </p:nvPr>
        </p:nvSpPr>
        <p:spPr>
          <a:xfrm>
            <a:off x="3663042" y="2209800"/>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0" name="Conector recto 19">
            <a:extLst>
              <a:ext uri="{FF2B5EF4-FFF2-40B4-BE49-F238E27FC236}">
                <a16:creationId xmlns:a16="http://schemas.microsoft.com/office/drawing/2014/main" id="{E01EE6FD-FABB-AD48-92DA-19805B502918}"/>
              </a:ext>
            </a:extLst>
          </p:cNvPr>
          <p:cNvCxnSpPr>
            <a:cxnSpLocks/>
          </p:cNvCxnSpPr>
          <p:nvPr userDrawn="1"/>
        </p:nvCxnSpPr>
        <p:spPr>
          <a:xfrm>
            <a:off x="952500" y="4248119"/>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1" name="Marcador de texto 29">
            <a:extLst>
              <a:ext uri="{FF2B5EF4-FFF2-40B4-BE49-F238E27FC236}">
                <a16:creationId xmlns:a16="http://schemas.microsoft.com/office/drawing/2014/main" id="{F953BCFF-5CB8-784F-ACC1-A14670E62196}"/>
              </a:ext>
            </a:extLst>
          </p:cNvPr>
          <p:cNvSpPr>
            <a:spLocks noGrp="1"/>
          </p:cNvSpPr>
          <p:nvPr>
            <p:ph type="body" sz="quarter" idx="19"/>
          </p:nvPr>
        </p:nvSpPr>
        <p:spPr>
          <a:xfrm>
            <a:off x="952500" y="5131299"/>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2" name="Marcador de texto 29">
            <a:extLst>
              <a:ext uri="{FF2B5EF4-FFF2-40B4-BE49-F238E27FC236}">
                <a16:creationId xmlns:a16="http://schemas.microsoft.com/office/drawing/2014/main" id="{97DCC038-CDD3-1D48-B8BA-2617616935C5}"/>
              </a:ext>
            </a:extLst>
          </p:cNvPr>
          <p:cNvSpPr>
            <a:spLocks noGrp="1"/>
          </p:cNvSpPr>
          <p:nvPr>
            <p:ph type="body" sz="quarter" idx="20"/>
          </p:nvPr>
        </p:nvSpPr>
        <p:spPr>
          <a:xfrm>
            <a:off x="952500" y="4522803"/>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3" name="Conector recto 22">
            <a:extLst>
              <a:ext uri="{FF2B5EF4-FFF2-40B4-BE49-F238E27FC236}">
                <a16:creationId xmlns:a16="http://schemas.microsoft.com/office/drawing/2014/main" id="{93BB36CC-7349-334D-A028-58D01025E726}"/>
              </a:ext>
            </a:extLst>
          </p:cNvPr>
          <p:cNvCxnSpPr>
            <a:cxnSpLocks/>
          </p:cNvCxnSpPr>
          <p:nvPr userDrawn="1"/>
        </p:nvCxnSpPr>
        <p:spPr>
          <a:xfrm>
            <a:off x="3663043"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4" name="Marcador de texto 29">
            <a:extLst>
              <a:ext uri="{FF2B5EF4-FFF2-40B4-BE49-F238E27FC236}">
                <a16:creationId xmlns:a16="http://schemas.microsoft.com/office/drawing/2014/main" id="{C20DFC6E-CE65-E94B-921D-38F386E173F2}"/>
              </a:ext>
            </a:extLst>
          </p:cNvPr>
          <p:cNvSpPr>
            <a:spLocks noGrp="1"/>
          </p:cNvSpPr>
          <p:nvPr>
            <p:ph type="body" sz="quarter" idx="21"/>
          </p:nvPr>
        </p:nvSpPr>
        <p:spPr>
          <a:xfrm>
            <a:off x="3663042" y="5131299"/>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5" name="Marcador de texto 29">
            <a:extLst>
              <a:ext uri="{FF2B5EF4-FFF2-40B4-BE49-F238E27FC236}">
                <a16:creationId xmlns:a16="http://schemas.microsoft.com/office/drawing/2014/main" id="{773FBF72-A3D8-2F4E-BAD2-2755F0BE4A47}"/>
              </a:ext>
            </a:extLst>
          </p:cNvPr>
          <p:cNvSpPr>
            <a:spLocks noGrp="1"/>
          </p:cNvSpPr>
          <p:nvPr>
            <p:ph type="body" sz="quarter" idx="22"/>
          </p:nvPr>
        </p:nvSpPr>
        <p:spPr>
          <a:xfrm>
            <a:off x="3663042" y="4522803"/>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6" name="Conector recto 25">
            <a:extLst>
              <a:ext uri="{FF2B5EF4-FFF2-40B4-BE49-F238E27FC236}">
                <a16:creationId xmlns:a16="http://schemas.microsoft.com/office/drawing/2014/main" id="{C402C0D4-D9C4-F547-B996-38177302A3DC}"/>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7" name="Marcador de texto 29">
            <a:extLst>
              <a:ext uri="{FF2B5EF4-FFF2-40B4-BE49-F238E27FC236}">
                <a16:creationId xmlns:a16="http://schemas.microsoft.com/office/drawing/2014/main" id="{9B18A1DC-4A61-514B-9F70-1DCC893EBB17}"/>
              </a:ext>
            </a:extLst>
          </p:cNvPr>
          <p:cNvSpPr>
            <a:spLocks noGrp="1"/>
          </p:cNvSpPr>
          <p:nvPr>
            <p:ph type="body" sz="quarter" idx="23"/>
          </p:nvPr>
        </p:nvSpPr>
        <p:spPr>
          <a:xfrm>
            <a:off x="6367054" y="5131299"/>
            <a:ext cx="2129245"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8" name="Marcador de texto 29">
            <a:extLst>
              <a:ext uri="{FF2B5EF4-FFF2-40B4-BE49-F238E27FC236}">
                <a16:creationId xmlns:a16="http://schemas.microsoft.com/office/drawing/2014/main" id="{DD138509-2AA1-D540-90D6-288474956619}"/>
              </a:ext>
            </a:extLst>
          </p:cNvPr>
          <p:cNvSpPr>
            <a:spLocks noGrp="1"/>
          </p:cNvSpPr>
          <p:nvPr>
            <p:ph type="body" sz="quarter" idx="24"/>
          </p:nvPr>
        </p:nvSpPr>
        <p:spPr>
          <a:xfrm>
            <a:off x="6367054" y="4522803"/>
            <a:ext cx="2129245"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62655503-4608-4F79-A5D4-B2F67958F263}"/>
              </a:ext>
            </a:extLst>
          </p:cNvPr>
          <p:cNvSpPr>
            <a:spLocks noGrp="1"/>
          </p:cNvSpPr>
          <p:nvPr>
            <p:ph type="dt" sz="half" idx="2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0CFFE12A-8763-4EB7-9CEB-5B78076C5C21}"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 de abril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9DAFA395-FE4C-4A99-A74E-57757D8473E1}"/>
              </a:ext>
            </a:extLst>
          </p:cNvPr>
          <p:cNvSpPr>
            <a:spLocks noGrp="1"/>
          </p:cNvSpPr>
          <p:nvPr>
            <p:ph type="ftr" sz="quarter" idx="2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30A6A117-A0E8-43E1-9120-CE3B8B97667F}"/>
              </a:ext>
            </a:extLst>
          </p:cNvPr>
          <p:cNvSpPr>
            <a:spLocks noGrp="1"/>
          </p:cNvSpPr>
          <p:nvPr>
            <p:ph type="sldNum" sz="quarter" idx="27"/>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283954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ción">
    <p:spTree>
      <p:nvGrpSpPr>
        <p:cNvPr id="1" name=""/>
        <p:cNvGrpSpPr/>
        <p:nvPr/>
      </p:nvGrpSpPr>
      <p:grpSpPr>
        <a:xfrm>
          <a:off x="0" y="0"/>
          <a:ext cx="0" cy="0"/>
          <a:chOff x="0" y="0"/>
          <a:chExt cx="0" cy="0"/>
        </a:xfrm>
      </p:grpSpPr>
      <p:grpSp>
        <p:nvGrpSpPr>
          <p:cNvPr id="13" name="Grupo 12">
            <a:extLst>
              <a:ext uri="{FF2B5EF4-FFF2-40B4-BE49-F238E27FC236}">
                <a16:creationId xmlns:a16="http://schemas.microsoft.com/office/drawing/2014/main" id="{C82066DD-D313-D148-89C7-338EB873A730}"/>
              </a:ext>
            </a:extLst>
          </p:cNvPr>
          <p:cNvGrpSpPr>
            <a:grpSpLocks/>
          </p:cNvGrpSpPr>
          <p:nvPr userDrawn="1"/>
        </p:nvGrpSpPr>
        <p:grpSpPr bwMode="auto">
          <a:xfrm rot="16200000" flipV="1">
            <a:off x="0" y="3900132"/>
            <a:ext cx="2959226" cy="2959226"/>
            <a:chOff x="0" y="12289"/>
            <a:chExt cx="3550" cy="3551"/>
          </a:xfrm>
        </p:grpSpPr>
        <p:sp>
          <p:nvSpPr>
            <p:cNvPr id="15" name="Forma libre 14">
              <a:extLst>
                <a:ext uri="{FF2B5EF4-FFF2-40B4-BE49-F238E27FC236}">
                  <a16:creationId xmlns:a16="http://schemas.microsoft.com/office/drawing/2014/main" id="{A5BBD7C7-99D1-E841-A081-6912D1F2B85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6" name="Forma libre 15">
              <a:extLst>
                <a:ext uri="{FF2B5EF4-FFF2-40B4-BE49-F238E27FC236}">
                  <a16:creationId xmlns:a16="http://schemas.microsoft.com/office/drawing/2014/main" id="{227A14EE-CB79-754A-8B19-EB9874B3158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9" name="Forma libre 18">
              <a:extLst>
                <a:ext uri="{FF2B5EF4-FFF2-40B4-BE49-F238E27FC236}">
                  <a16:creationId xmlns:a16="http://schemas.microsoft.com/office/drawing/2014/main" id="{35B38B80-C3D3-4C47-B468-C41A8FF36F2A}"/>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14" name="Marcador de posición de imagen 2">
            <a:extLst>
              <a:ext uri="{FF2B5EF4-FFF2-40B4-BE49-F238E27FC236}">
                <a16:creationId xmlns:a16="http://schemas.microsoft.com/office/drawing/2014/main" id="{F0C4E8C2-3240-594A-9D5E-1BCD1AF44C5E}"/>
              </a:ext>
            </a:extLst>
          </p:cNvPr>
          <p:cNvSpPr>
            <a:spLocks noGrp="1"/>
          </p:cNvSpPr>
          <p:nvPr>
            <p:ph type="pic" sz="quarter" idx="13"/>
          </p:nvPr>
        </p:nvSpPr>
        <p:spPr>
          <a:xfrm>
            <a:off x="6096000" y="-22543"/>
            <a:ext cx="6096000" cy="6903086"/>
          </a:xfrm>
        </p:spPr>
        <p:txBody>
          <a:bodyPr rtlCol="0"/>
          <a:lstStyle/>
          <a:p>
            <a:pPr rtl="0"/>
            <a:r>
              <a:rPr lang="es-ES" noProof="0"/>
              <a:t>Haga clic en el icono para agregar una imagen</a:t>
            </a:r>
            <a:endParaRPr lang="es-ES" noProof="0" dirty="0"/>
          </a:p>
        </p:txBody>
      </p:sp>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17" name="Conector recto 16">
            <a:extLst>
              <a:ext uri="{FF2B5EF4-FFF2-40B4-BE49-F238E27FC236}">
                <a16:creationId xmlns:a16="http://schemas.microsoft.com/office/drawing/2014/main" id="{1D23F761-57FC-3649-AE84-0C3EF95EF561}"/>
              </a:ext>
            </a:extLst>
          </p:cNvPr>
          <p:cNvCxnSpPr>
            <a:cxnSpLocks/>
          </p:cNvCxnSpPr>
          <p:nvPr userDrawn="1"/>
        </p:nvCxnSpPr>
        <p:spPr>
          <a:xfrm>
            <a:off x="952500" y="1939108"/>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8" name="Marcador de texto 29">
            <a:extLst>
              <a:ext uri="{FF2B5EF4-FFF2-40B4-BE49-F238E27FC236}">
                <a16:creationId xmlns:a16="http://schemas.microsoft.com/office/drawing/2014/main" id="{E66F2BC9-2F8A-1543-9AFD-9BAB0E75B31C}"/>
              </a:ext>
            </a:extLst>
          </p:cNvPr>
          <p:cNvSpPr>
            <a:spLocks noGrp="1"/>
          </p:cNvSpPr>
          <p:nvPr>
            <p:ph type="body" sz="quarter" idx="11"/>
          </p:nvPr>
        </p:nvSpPr>
        <p:spPr>
          <a:xfrm>
            <a:off x="952499" y="2289363"/>
            <a:ext cx="4572001" cy="2795232"/>
          </a:xfrm>
        </p:spPr>
        <p:txBody>
          <a:bodyPr lIns="0" tIns="0" rIns="0" bIns="0" rtlCol="0">
            <a:noAutofit/>
          </a:bodyPr>
          <a:lstStyle>
            <a:lvl1pPr marL="0" indent="0">
              <a:lnSpc>
                <a:spcPct val="100000"/>
              </a:lnSpc>
              <a:buNone/>
              <a:defRPr sz="16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CA64E0B3-57C5-4DAF-8531-F39610E77C09}"/>
              </a:ext>
            </a:extLst>
          </p:cNvPr>
          <p:cNvSpPr>
            <a:spLocks noGrp="1"/>
          </p:cNvSpPr>
          <p:nvPr>
            <p:ph type="dt" sz="half" idx="1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845086BA-4771-4251-A1A0-95AEDDEBD7A7}"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 de abril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B7E0EC46-C626-4D58-AB64-0B3B850D1482}"/>
              </a:ext>
            </a:extLst>
          </p:cNvPr>
          <p:cNvSpPr>
            <a:spLocks noGrp="1"/>
          </p:cNvSpPr>
          <p:nvPr>
            <p:ph type="ftr" sz="quarter" idx="1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8F25D00C-8F5C-4528-87FA-F9431D967555}"/>
              </a:ext>
            </a:extLst>
          </p:cNvPr>
          <p:cNvSpPr>
            <a:spLocks noGrp="1"/>
          </p:cNvSpPr>
          <p:nvPr>
            <p:ph type="sldNum" sz="quarter" idx="1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865347525"/>
      </p:ext>
    </p:extLst>
  </p:cSld>
  <p:clrMapOvr>
    <a:masterClrMapping/>
  </p:clrMapOvr>
  <p:extLst>
    <p:ext uri="{DCECCB84-F9BA-43D5-87BE-67443E8EF086}">
      <p15:sldGuideLst xmlns:p15="http://schemas.microsoft.com/office/powerpoint/2012/main">
        <p15:guide id="1" pos="600">
          <p15:clr>
            <a:srgbClr val="FBAE40"/>
          </p15:clr>
        </p15:guide>
        <p15:guide id="6" pos="3480">
          <p15:clr>
            <a:srgbClr val="FBAE40"/>
          </p15:clr>
        </p15:guide>
        <p15:guide id="7" orient="horz" pos="1440">
          <p15:clr>
            <a:srgbClr val="FBAE40"/>
          </p15:clr>
        </p15:guide>
        <p15:guide id="9" orient="horz" pos="1224">
          <p15:clr>
            <a:srgbClr val="FBAE40"/>
          </p15:clr>
        </p15:guide>
        <p15:guide id="10" orient="horz" pos="55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scanso">
    <p:bg>
      <p:bgPr>
        <a:solidFill>
          <a:schemeClr val="tx1"/>
        </a:solidFill>
        <a:effectLst/>
      </p:bgPr>
    </p:bg>
    <p:spTree>
      <p:nvGrpSpPr>
        <p:cNvPr id="1" name=""/>
        <p:cNvGrpSpPr/>
        <p:nvPr/>
      </p:nvGrpSpPr>
      <p:grpSpPr>
        <a:xfrm>
          <a:off x="0" y="0"/>
          <a:ext cx="0" cy="0"/>
          <a:chOff x="0" y="0"/>
          <a:chExt cx="0" cy="0"/>
        </a:xfrm>
      </p:grpSpPr>
      <p:sp>
        <p:nvSpPr>
          <p:cNvPr id="21" name="Marcador de posición de imagen 2">
            <a:extLst>
              <a:ext uri="{FF2B5EF4-FFF2-40B4-BE49-F238E27FC236}">
                <a16:creationId xmlns:a16="http://schemas.microsoft.com/office/drawing/2014/main" id="{50E2385F-F6FA-D345-AF77-A9EE8E49310D}"/>
              </a:ext>
            </a:extLst>
          </p:cNvPr>
          <p:cNvSpPr>
            <a:spLocks noGrp="1"/>
          </p:cNvSpPr>
          <p:nvPr>
            <p:ph type="pic" sz="quarter" idx="13"/>
          </p:nvPr>
        </p:nvSpPr>
        <p:spPr>
          <a:xfrm>
            <a:off x="0" y="0"/>
            <a:ext cx="12191998" cy="6858000"/>
          </a:xfrm>
          <a:solidFill>
            <a:schemeClr val="accent2"/>
          </a:solidFill>
        </p:spPr>
        <p:txBody>
          <a:bodyPr rtlCol="0"/>
          <a:lstStyle/>
          <a:p>
            <a:pPr rtl="0"/>
            <a:r>
              <a:rPr lang="es-ES" noProof="0"/>
              <a:t>Haga clic en el icono para agregar una imagen</a:t>
            </a:r>
            <a:endParaRPr lang="es-ES" noProof="0" dirty="0"/>
          </a:p>
        </p:txBody>
      </p:sp>
      <p:sp>
        <p:nvSpPr>
          <p:cNvPr id="18" name="Título 1">
            <a:extLst>
              <a:ext uri="{FF2B5EF4-FFF2-40B4-BE49-F238E27FC236}">
                <a16:creationId xmlns:a16="http://schemas.microsoft.com/office/drawing/2014/main" id="{8D492973-78E3-D34E-835E-CF2D4517016D}"/>
              </a:ext>
            </a:extLst>
          </p:cNvPr>
          <p:cNvSpPr>
            <a:spLocks noGrp="1"/>
          </p:cNvSpPr>
          <p:nvPr>
            <p:ph type="title"/>
          </p:nvPr>
        </p:nvSpPr>
        <p:spPr>
          <a:xfrm>
            <a:off x="7193943" y="3045437"/>
            <a:ext cx="4941477" cy="610863"/>
          </a:xfrm>
          <a:prstGeom prst="rect">
            <a:avLst/>
          </a:prstGeom>
        </p:spPr>
        <p:txBody>
          <a:bodyPr lIns="0" tIns="0" rIns="0" bIns="0" rtlCol="0" anchor="b" anchorCtr="0">
            <a:normAutofit/>
          </a:bodyPr>
          <a:lstStyle>
            <a:lvl1pPr>
              <a:defRPr sz="4100" b="1" i="0" baseline="0">
                <a:solidFill>
                  <a:schemeClr val="tx1"/>
                </a:solidFill>
                <a:latin typeface="+mj-lt"/>
              </a:defRPr>
            </a:lvl1pPr>
          </a:lstStyle>
          <a:p>
            <a:pPr rtl="0"/>
            <a:r>
              <a:rPr lang="es-ES" noProof="0"/>
              <a:t>Haga clic para modificar el estilo de título del patrón</a:t>
            </a:r>
            <a:endParaRPr lang="es-ES" noProof="0" dirty="0"/>
          </a:p>
        </p:txBody>
      </p:sp>
      <p:cxnSp>
        <p:nvCxnSpPr>
          <p:cNvPr id="20" name="Conector recto 19">
            <a:extLst>
              <a:ext uri="{FF2B5EF4-FFF2-40B4-BE49-F238E27FC236}">
                <a16:creationId xmlns:a16="http://schemas.microsoft.com/office/drawing/2014/main" id="{4BE3A3D6-A0AD-C84D-8B2A-743F5F95432E}"/>
              </a:ext>
            </a:extLst>
          </p:cNvPr>
          <p:cNvCxnSpPr>
            <a:cxnSpLocks/>
          </p:cNvCxnSpPr>
          <p:nvPr userDrawn="1"/>
        </p:nvCxnSpPr>
        <p:spPr>
          <a:xfrm>
            <a:off x="7154721" y="4003877"/>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grpSp>
        <p:nvGrpSpPr>
          <p:cNvPr id="22" name="Grupo 21">
            <a:extLst>
              <a:ext uri="{FF2B5EF4-FFF2-40B4-BE49-F238E27FC236}">
                <a16:creationId xmlns:a16="http://schemas.microsoft.com/office/drawing/2014/main" id="{F4CB38BE-0FF2-694C-AA3C-D73DBF7C332C}"/>
              </a:ext>
            </a:extLst>
          </p:cNvPr>
          <p:cNvGrpSpPr>
            <a:grpSpLocks/>
          </p:cNvGrpSpPr>
          <p:nvPr userDrawn="1"/>
        </p:nvGrpSpPr>
        <p:grpSpPr bwMode="auto">
          <a:xfrm rot="10800000">
            <a:off x="9509760" y="-3"/>
            <a:ext cx="2682238" cy="2682238"/>
            <a:chOff x="0" y="12289"/>
            <a:chExt cx="3550" cy="3551"/>
          </a:xfrm>
          <a:solidFill>
            <a:schemeClr val="tx1"/>
          </a:solidFill>
        </p:grpSpPr>
        <p:sp>
          <p:nvSpPr>
            <p:cNvPr id="23" name="Forma libre 22">
              <a:extLst>
                <a:ext uri="{FF2B5EF4-FFF2-40B4-BE49-F238E27FC236}">
                  <a16:creationId xmlns:a16="http://schemas.microsoft.com/office/drawing/2014/main" id="{F0257420-2EA0-6348-8B9E-1414F529726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4" name="Forma libre 23">
              <a:extLst>
                <a:ext uri="{FF2B5EF4-FFF2-40B4-BE49-F238E27FC236}">
                  <a16:creationId xmlns:a16="http://schemas.microsoft.com/office/drawing/2014/main" id="{7FE65C23-C0EF-BB41-884A-01C2A735615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5" name="Forma libre 24">
              <a:extLst>
                <a:ext uri="{FF2B5EF4-FFF2-40B4-BE49-F238E27FC236}">
                  <a16:creationId xmlns:a16="http://schemas.microsoft.com/office/drawing/2014/main" id="{F73F5EB6-53C7-D44C-9003-FB5A81F9890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Tree>
    <p:extLst>
      <p:ext uri="{BB962C8B-B14F-4D97-AF65-F5344CB8AC3E}">
        <p14:creationId xmlns:p14="http://schemas.microsoft.com/office/powerpoint/2010/main" val="1240272940"/>
      </p:ext>
    </p:extLst>
  </p:cSld>
  <p:clrMapOvr>
    <a:masterClrMapping/>
  </p:clrMapOvr>
  <p:extLst>
    <p:ext uri="{DCECCB84-F9BA-43D5-87BE-67443E8EF086}">
      <p15:sldGuideLst xmlns:p15="http://schemas.microsoft.com/office/powerpoint/2012/main">
        <p15:guide id="2" pos="7104">
          <p15:clr>
            <a:srgbClr val="FBAE40"/>
          </p15:clr>
        </p15:guide>
        <p15:guide id="3" pos="4344">
          <p15:clr>
            <a:srgbClr val="FBAE40"/>
          </p15:clr>
        </p15:guide>
        <p15:guide id="4" pos="4560">
          <p15:clr>
            <a:srgbClr val="FBAE40"/>
          </p15:clr>
        </p15:guide>
        <p15:guide id="8" orient="horz" pos="184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ráfico">
    <p:bg>
      <p:bgPr>
        <a:solidFill>
          <a:schemeClr val="tx1"/>
        </a:solidFill>
        <a:effectLst/>
      </p:bgPr>
    </p:bg>
    <p:spTree>
      <p:nvGrpSpPr>
        <p:cNvPr id="1" name=""/>
        <p:cNvGrpSpPr/>
        <p:nvPr/>
      </p:nvGrpSpPr>
      <p:grpSpPr>
        <a:xfrm>
          <a:off x="0" y="0"/>
          <a:ext cx="0" cy="0"/>
          <a:chOff x="0" y="0"/>
          <a:chExt cx="0" cy="0"/>
        </a:xfrm>
      </p:grpSpPr>
      <p:sp>
        <p:nvSpPr>
          <p:cNvPr id="6" name="Marcador de posición de gráfico 5">
            <a:extLst>
              <a:ext uri="{FF2B5EF4-FFF2-40B4-BE49-F238E27FC236}">
                <a16:creationId xmlns:a16="http://schemas.microsoft.com/office/drawing/2014/main" id="{75992517-0394-6B43-B15D-2A86A34512F3}"/>
              </a:ext>
            </a:extLst>
          </p:cNvPr>
          <p:cNvSpPr>
            <a:spLocks noGrp="1"/>
          </p:cNvSpPr>
          <p:nvPr>
            <p:ph type="chart" sz="quarter" idx="10"/>
          </p:nvPr>
        </p:nvSpPr>
        <p:spPr>
          <a:xfrm>
            <a:off x="952500" y="1939108"/>
            <a:ext cx="10352810" cy="4110702"/>
          </a:xfrm>
        </p:spPr>
        <p:txBody>
          <a:bodyPr rtlCol="0"/>
          <a:lstStyle>
            <a:lvl1pPr>
              <a:defRPr>
                <a:solidFill>
                  <a:schemeClr val="tx1"/>
                </a:solidFill>
              </a:defRPr>
            </a:lvl1pPr>
          </a:lstStyle>
          <a:p>
            <a:pPr rtl="0"/>
            <a:r>
              <a:rPr lang="es-ES" noProof="0"/>
              <a:t>Haga clic en el icono para agregar un gráfico</a:t>
            </a:r>
          </a:p>
        </p:txBody>
      </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2" name="Marcador de fecha 1">
            <a:extLst>
              <a:ext uri="{FF2B5EF4-FFF2-40B4-BE49-F238E27FC236}">
                <a16:creationId xmlns:a16="http://schemas.microsoft.com/office/drawing/2014/main" id="{371012B1-809A-45CE-9FED-46D08DC8C42B}"/>
              </a:ext>
            </a:extLst>
          </p:cNvPr>
          <p:cNvSpPr>
            <a:spLocks noGrp="1"/>
          </p:cNvSpPr>
          <p:nvPr>
            <p:ph type="dt" sz="half" idx="1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6A99CD11-04C6-421F-AE19-E5D29CCF776B}"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 de abril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3FB6FA27-6601-4107-A3C9-808CB4430246}"/>
              </a:ext>
            </a:extLst>
          </p:cNvPr>
          <p:cNvSpPr>
            <a:spLocks noGrp="1"/>
          </p:cNvSpPr>
          <p:nvPr>
            <p:ph type="ftr" sz="quarter" idx="1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0919432A-F8B5-4A96-AEE6-2E159658D5DD}"/>
              </a:ext>
            </a:extLst>
          </p:cNvPr>
          <p:cNvSpPr>
            <a:spLocks noGrp="1"/>
          </p:cNvSpPr>
          <p:nvPr>
            <p:ph type="sldNum" sz="quarter" idx="1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70436514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a">
    <p:bg>
      <p:bgPr>
        <a:solidFill>
          <a:schemeClr val="tx1"/>
        </a:solidFill>
        <a:effectLst/>
      </p:bgPr>
    </p:bg>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9" name="Marcador de título 2">
            <a:extLst>
              <a:ext uri="{FF2B5EF4-FFF2-40B4-BE49-F238E27FC236}">
                <a16:creationId xmlns:a16="http://schemas.microsoft.com/office/drawing/2014/main" id="{1506B022-475A-6647-98FF-D5C319A0C7C4}"/>
              </a:ext>
            </a:extLst>
          </p:cNvPr>
          <p:cNvSpPr>
            <a:spLocks noGrp="1"/>
          </p:cNvSpPr>
          <p:nvPr>
            <p:ph type="tbl" sz="quarter" idx="10"/>
          </p:nvPr>
        </p:nvSpPr>
        <p:spPr>
          <a:xfrm>
            <a:off x="952500" y="2209800"/>
            <a:ext cx="10287000" cy="2593109"/>
          </a:xfrm>
        </p:spPr>
        <p:txBody>
          <a:bodyPr rtlCol="0"/>
          <a:lstStyle/>
          <a:p>
            <a:pPr rtl="0"/>
            <a:r>
              <a:rPr lang="es-ES" noProof="0"/>
              <a:t>Haga clic en el icono para agregar una tabla</a:t>
            </a:r>
          </a:p>
        </p:txBody>
      </p:sp>
      <p:sp>
        <p:nvSpPr>
          <p:cNvPr id="2" name="Marcador de fecha 1">
            <a:extLst>
              <a:ext uri="{FF2B5EF4-FFF2-40B4-BE49-F238E27FC236}">
                <a16:creationId xmlns:a16="http://schemas.microsoft.com/office/drawing/2014/main" id="{9B2411D2-78FE-46C1-9EA9-C6A882903B53}"/>
              </a:ext>
            </a:extLst>
          </p:cNvPr>
          <p:cNvSpPr>
            <a:spLocks noGrp="1"/>
          </p:cNvSpPr>
          <p:nvPr>
            <p:ph type="dt" sz="half" idx="1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68820299-DC87-4039-A7B5-9AC50CF7A216}"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 de abril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C04DAF8F-82DB-4DBE-9041-71217A4516CB}"/>
              </a:ext>
            </a:extLst>
          </p:cNvPr>
          <p:cNvSpPr>
            <a:spLocks noGrp="1"/>
          </p:cNvSpPr>
          <p:nvPr>
            <p:ph type="ftr" sz="quarter" idx="1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782F761B-6706-439D-9C75-43E751AB195C}"/>
              </a:ext>
            </a:extLst>
          </p:cNvPr>
          <p:cNvSpPr>
            <a:spLocks noGrp="1"/>
          </p:cNvSpPr>
          <p:nvPr>
            <p:ph type="sldNum" sz="quarter" idx="1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4080274302"/>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ita">
    <p:bg>
      <p:bgPr>
        <a:solidFill>
          <a:schemeClr val="tx1"/>
        </a:solidFill>
        <a:effectLst/>
      </p:bgPr>
    </p:bg>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rtlCol="0" anchor="t" anchorCtr="0">
            <a:normAutofit/>
          </a:bodyPr>
          <a:lstStyle>
            <a:lvl1pPr>
              <a:lnSpc>
                <a:spcPct val="100000"/>
              </a:lnSpc>
              <a:defRPr sz="2800" b="0" i="0">
                <a:solidFill>
                  <a:schemeClr val="bg1"/>
                </a:solidFill>
                <a:latin typeface="+mn-lt"/>
              </a:defRPr>
            </a:lvl1pPr>
          </a:lstStyle>
          <a:p>
            <a:pPr rtl="0"/>
            <a:r>
              <a:rPr lang="es-ES" noProof="0"/>
              <a:t>Haga clic para modificar el estilo de título del patrón</a:t>
            </a:r>
            <a:endParaRPr lang="es-ES" noProof="0" dirty="0"/>
          </a:p>
        </p:txBody>
      </p:sp>
      <p:sp>
        <p:nvSpPr>
          <p:cNvPr id="10" name="Cuadro de texto 9">
            <a:extLst>
              <a:ext uri="{FF2B5EF4-FFF2-40B4-BE49-F238E27FC236}">
                <a16:creationId xmlns:a16="http://schemas.microsoft.com/office/drawing/2014/main" id="{E902327D-DBD4-7A4E-ABF2-A946A559A8AD}"/>
              </a:ext>
            </a:extLst>
          </p:cNvPr>
          <p:cNvSpPr txBox="1"/>
          <p:nvPr userDrawn="1"/>
        </p:nvSpPr>
        <p:spPr>
          <a:xfrm>
            <a:off x="699948" y="548291"/>
            <a:ext cx="1589372" cy="31700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0000" b="1" i="0" u="none" strike="noStrike" kern="1200" cap="none" spc="0" normalizeH="0" baseline="0" noProof="0" dirty="0">
                <a:ln>
                  <a:noFill/>
                </a:ln>
                <a:solidFill>
                  <a:prstClr val="black"/>
                </a:solidFill>
                <a:effectLst/>
                <a:uLnTx/>
                <a:uFillTx/>
                <a:latin typeface="Franklin Gothic Book"/>
                <a:ea typeface="+mn-ea"/>
                <a:cs typeface="+mn-cs"/>
              </a:rPr>
              <a:t>“</a:t>
            </a:r>
          </a:p>
        </p:txBody>
      </p:sp>
      <p:grpSp>
        <p:nvGrpSpPr>
          <p:cNvPr id="18" name="Grupo 17">
            <a:extLst>
              <a:ext uri="{FF2B5EF4-FFF2-40B4-BE49-F238E27FC236}">
                <a16:creationId xmlns:a16="http://schemas.microsoft.com/office/drawing/2014/main" id="{6ACB4ADD-D9F4-984E-B29D-A2CF6D19E810}"/>
              </a:ext>
            </a:extLst>
          </p:cNvPr>
          <p:cNvGrpSpPr/>
          <p:nvPr userDrawn="1"/>
        </p:nvGrpSpPr>
        <p:grpSpPr>
          <a:xfrm>
            <a:off x="6362700" y="0"/>
            <a:ext cx="5829298" cy="3235602"/>
            <a:chOff x="5612972" y="1"/>
            <a:chExt cx="6615961" cy="3672246"/>
          </a:xfrm>
        </p:grpSpPr>
        <p:sp>
          <p:nvSpPr>
            <p:cNvPr id="19" name="Autoforma 24">
              <a:extLst>
                <a:ext uri="{FF2B5EF4-FFF2-40B4-BE49-F238E27FC236}">
                  <a16:creationId xmlns:a16="http://schemas.microsoft.com/office/drawing/2014/main" id="{5017C477-A988-7041-8A67-3D8294D6AD7C}"/>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0" name="Forma libre 19">
              <a:extLst>
                <a:ext uri="{FF2B5EF4-FFF2-40B4-BE49-F238E27FC236}">
                  <a16:creationId xmlns:a16="http://schemas.microsoft.com/office/drawing/2014/main" id="{206D7F37-5DD1-A24E-9CCA-84B2A168554D}"/>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1" name="Forma libre 20">
              <a:extLst>
                <a:ext uri="{FF2B5EF4-FFF2-40B4-BE49-F238E27FC236}">
                  <a16:creationId xmlns:a16="http://schemas.microsoft.com/office/drawing/2014/main" id="{A6E321C8-096C-1B41-B14F-4CA7AE04BB1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2" name="Forma libre 21">
              <a:extLst>
                <a:ext uri="{FF2B5EF4-FFF2-40B4-BE49-F238E27FC236}">
                  <a16:creationId xmlns:a16="http://schemas.microsoft.com/office/drawing/2014/main" id="{32B3FDD4-EB13-F44F-99D0-BFAB06F00B3A}"/>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3" name="Forma libre 22">
              <a:extLst>
                <a:ext uri="{FF2B5EF4-FFF2-40B4-BE49-F238E27FC236}">
                  <a16:creationId xmlns:a16="http://schemas.microsoft.com/office/drawing/2014/main" id="{A20BCBD2-A735-0C43-8C55-B384372AC62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grpSp>
        <p:nvGrpSpPr>
          <p:cNvPr id="24" name="Grupo 23">
            <a:extLst>
              <a:ext uri="{FF2B5EF4-FFF2-40B4-BE49-F238E27FC236}">
                <a16:creationId xmlns:a16="http://schemas.microsoft.com/office/drawing/2014/main" id="{669A90A7-BF26-684E-8C8B-638053DA1234}"/>
              </a:ext>
            </a:extLst>
          </p:cNvPr>
          <p:cNvGrpSpPr>
            <a:grpSpLocks/>
          </p:cNvGrpSpPr>
          <p:nvPr userDrawn="1"/>
        </p:nvGrpSpPr>
        <p:grpSpPr bwMode="auto">
          <a:xfrm rot="16200000" flipV="1">
            <a:off x="0" y="3900132"/>
            <a:ext cx="2959226" cy="2959226"/>
            <a:chOff x="0" y="12289"/>
            <a:chExt cx="3550" cy="3551"/>
          </a:xfrm>
        </p:grpSpPr>
        <p:sp>
          <p:nvSpPr>
            <p:cNvPr id="25" name="Forma libre 24">
              <a:extLst>
                <a:ext uri="{FF2B5EF4-FFF2-40B4-BE49-F238E27FC236}">
                  <a16:creationId xmlns:a16="http://schemas.microsoft.com/office/drawing/2014/main" id="{861D8E86-886A-8744-BC4C-FE82B02438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6" name="Forma libre 25">
              <a:extLst>
                <a:ext uri="{FF2B5EF4-FFF2-40B4-BE49-F238E27FC236}">
                  <a16:creationId xmlns:a16="http://schemas.microsoft.com/office/drawing/2014/main" id="{2D967470-E96E-8843-AAD2-E0C8B807793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7" name="Forma libre 26">
              <a:extLst>
                <a:ext uri="{FF2B5EF4-FFF2-40B4-BE49-F238E27FC236}">
                  <a16:creationId xmlns:a16="http://schemas.microsoft.com/office/drawing/2014/main" id="{C8A27D09-765D-3949-BCCA-238C3514D4C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Tree>
    <p:extLst>
      <p:ext uri="{BB962C8B-B14F-4D97-AF65-F5344CB8AC3E}">
        <p14:creationId xmlns:p14="http://schemas.microsoft.com/office/powerpoint/2010/main" val="60561421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560">
          <p15:clr>
            <a:srgbClr val="FBAE40"/>
          </p15:clr>
        </p15:guide>
        <p15:guide id="8" orient="horz" pos="1752">
          <p15:clr>
            <a:srgbClr val="FBAE40"/>
          </p15:clr>
        </p15:guide>
        <p15:guide id="9" orient="horz" pos="124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quipo">
    <p:bg>
      <p:bgPr>
        <a:solidFill>
          <a:schemeClr val="tx1"/>
        </a:solidFill>
        <a:effectLst/>
      </p:bgPr>
    </p:bg>
    <p:spTree>
      <p:nvGrpSpPr>
        <p:cNvPr id="1" name=""/>
        <p:cNvGrpSpPr/>
        <p:nvPr/>
      </p:nvGrpSpPr>
      <p:grpSpPr>
        <a:xfrm>
          <a:off x="0" y="0"/>
          <a:ext cx="0" cy="0"/>
          <a:chOff x="0" y="0"/>
          <a:chExt cx="0" cy="0"/>
        </a:xfrm>
      </p:grpSpPr>
      <p:grpSp>
        <p:nvGrpSpPr>
          <p:cNvPr id="25" name="Grupo 24">
            <a:extLst>
              <a:ext uri="{FF2B5EF4-FFF2-40B4-BE49-F238E27FC236}">
                <a16:creationId xmlns:a16="http://schemas.microsoft.com/office/drawing/2014/main" id="{A7D9F21A-75CF-6045-8FA1-C4F4E21B699C}"/>
              </a:ext>
            </a:extLst>
          </p:cNvPr>
          <p:cNvGrpSpPr>
            <a:grpSpLocks/>
          </p:cNvGrpSpPr>
          <p:nvPr userDrawn="1"/>
        </p:nvGrpSpPr>
        <p:grpSpPr bwMode="auto">
          <a:xfrm rot="16200000" flipV="1">
            <a:off x="0" y="3900132"/>
            <a:ext cx="2959226" cy="2959226"/>
            <a:chOff x="0" y="12289"/>
            <a:chExt cx="3550" cy="3551"/>
          </a:xfrm>
        </p:grpSpPr>
        <p:sp>
          <p:nvSpPr>
            <p:cNvPr id="26" name="Forma libre 25">
              <a:extLst>
                <a:ext uri="{FF2B5EF4-FFF2-40B4-BE49-F238E27FC236}">
                  <a16:creationId xmlns:a16="http://schemas.microsoft.com/office/drawing/2014/main" id="{AEA7E377-BB07-FA43-B532-10A92EE030B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7" name="Forma libre 26">
              <a:extLst>
                <a:ext uri="{FF2B5EF4-FFF2-40B4-BE49-F238E27FC236}">
                  <a16:creationId xmlns:a16="http://schemas.microsoft.com/office/drawing/2014/main" id="{F18DE645-B3D5-2F4E-AAD6-002FEF13A310}"/>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6" name="Forma libre 35">
              <a:extLst>
                <a:ext uri="{FF2B5EF4-FFF2-40B4-BE49-F238E27FC236}">
                  <a16:creationId xmlns:a16="http://schemas.microsoft.com/office/drawing/2014/main" id="{B90F6499-BA50-2340-A026-32C79B6BFAF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38" name="Marcador de posición de imagen 25">
            <a:extLst>
              <a:ext uri="{FF2B5EF4-FFF2-40B4-BE49-F238E27FC236}">
                <a16:creationId xmlns:a16="http://schemas.microsoft.com/office/drawing/2014/main" id="{2274C164-503B-E746-A155-849A9BC2406E}"/>
              </a:ext>
            </a:extLst>
          </p:cNvPr>
          <p:cNvSpPr>
            <a:spLocks noGrp="1"/>
          </p:cNvSpPr>
          <p:nvPr>
            <p:ph type="pic" sz="quarter" idx="18"/>
          </p:nvPr>
        </p:nvSpPr>
        <p:spPr>
          <a:xfrm>
            <a:off x="954268"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61" name="Título 1">
            <a:extLst>
              <a:ext uri="{FF2B5EF4-FFF2-40B4-BE49-F238E27FC236}">
                <a16:creationId xmlns:a16="http://schemas.microsoft.com/office/drawing/2014/main" id="{E2F20AFE-B282-5146-B0D6-F2FC1B6D303E}"/>
              </a:ext>
            </a:extLst>
          </p:cNvPr>
          <p:cNvSpPr>
            <a:spLocks noGrp="1"/>
          </p:cNvSpPr>
          <p:nvPr>
            <p:ph type="title"/>
          </p:nvPr>
        </p:nvSpPr>
        <p:spPr>
          <a:xfrm>
            <a:off x="964022" y="879063"/>
            <a:ext cx="75322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modificar el estilo de título del patrón</a:t>
            </a:r>
            <a:endParaRPr lang="es-ES" noProof="0" dirty="0"/>
          </a:p>
        </p:txBody>
      </p:sp>
      <p:cxnSp>
        <p:nvCxnSpPr>
          <p:cNvPr id="62" name="Conector recto 61">
            <a:extLst>
              <a:ext uri="{FF2B5EF4-FFF2-40B4-BE49-F238E27FC236}">
                <a16:creationId xmlns:a16="http://schemas.microsoft.com/office/drawing/2014/main" id="{F777D2F0-DE3F-8343-B97A-E7FA440532FD}"/>
              </a:ext>
            </a:extLst>
          </p:cNvPr>
          <p:cNvCxnSpPr>
            <a:cxnSpLocks/>
          </p:cNvCxnSpPr>
          <p:nvPr userDrawn="1"/>
        </p:nvCxnSpPr>
        <p:spPr>
          <a:xfrm>
            <a:off x="952500" y="1939108"/>
            <a:ext cx="2133600" cy="0"/>
          </a:xfrm>
          <a:prstGeom prst="line">
            <a:avLst/>
          </a:prstGeom>
          <a:ln w="101600">
            <a:solidFill>
              <a:schemeClr val="tx1"/>
            </a:solidFill>
          </a:ln>
        </p:spPr>
        <p:style>
          <a:lnRef idx="1">
            <a:schemeClr val="dk1"/>
          </a:lnRef>
          <a:fillRef idx="0">
            <a:schemeClr val="dk1"/>
          </a:fillRef>
          <a:effectRef idx="0">
            <a:schemeClr val="dk1"/>
          </a:effectRef>
          <a:fontRef idx="minor">
            <a:schemeClr val="tx1"/>
          </a:fontRef>
        </p:style>
      </p:cxnSp>
      <p:sp>
        <p:nvSpPr>
          <p:cNvPr id="63" name="Marcador de posición de imagen 25">
            <a:extLst>
              <a:ext uri="{FF2B5EF4-FFF2-40B4-BE49-F238E27FC236}">
                <a16:creationId xmlns:a16="http://schemas.microsoft.com/office/drawing/2014/main" id="{AF1B5ED8-33F6-FB44-AA92-F0D227BB310C}"/>
              </a:ext>
            </a:extLst>
          </p:cNvPr>
          <p:cNvSpPr>
            <a:spLocks noGrp="1"/>
          </p:cNvSpPr>
          <p:nvPr>
            <p:ph type="pic" sz="quarter" idx="24"/>
          </p:nvPr>
        </p:nvSpPr>
        <p:spPr>
          <a:xfrm>
            <a:off x="3658280"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72" name="Marcador de texto 29">
            <a:extLst>
              <a:ext uri="{FF2B5EF4-FFF2-40B4-BE49-F238E27FC236}">
                <a16:creationId xmlns:a16="http://schemas.microsoft.com/office/drawing/2014/main" id="{0D824BDD-2D23-C943-8FE9-60B7B23B5ECD}"/>
              </a:ext>
            </a:extLst>
          </p:cNvPr>
          <p:cNvSpPr>
            <a:spLocks noGrp="1"/>
          </p:cNvSpPr>
          <p:nvPr>
            <p:ph type="body" sz="quarter" idx="12"/>
          </p:nvPr>
        </p:nvSpPr>
        <p:spPr>
          <a:xfrm>
            <a:off x="952500" y="5393169"/>
            <a:ext cx="2133600"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3" name="Marcador de texto 29">
            <a:extLst>
              <a:ext uri="{FF2B5EF4-FFF2-40B4-BE49-F238E27FC236}">
                <a16:creationId xmlns:a16="http://schemas.microsoft.com/office/drawing/2014/main" id="{2F3D441E-DFB1-084B-8192-C6CBECCA40B9}"/>
              </a:ext>
            </a:extLst>
          </p:cNvPr>
          <p:cNvSpPr>
            <a:spLocks noGrp="1"/>
          </p:cNvSpPr>
          <p:nvPr>
            <p:ph type="body" sz="quarter" idx="11"/>
          </p:nvPr>
        </p:nvSpPr>
        <p:spPr>
          <a:xfrm>
            <a:off x="952500" y="4986745"/>
            <a:ext cx="2133600"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4" name="Marcador de texto 29">
            <a:extLst>
              <a:ext uri="{FF2B5EF4-FFF2-40B4-BE49-F238E27FC236}">
                <a16:creationId xmlns:a16="http://schemas.microsoft.com/office/drawing/2014/main" id="{25797825-E7AE-2C41-A965-E6F0D70D9747}"/>
              </a:ext>
            </a:extLst>
          </p:cNvPr>
          <p:cNvSpPr>
            <a:spLocks noGrp="1"/>
          </p:cNvSpPr>
          <p:nvPr>
            <p:ph type="body" sz="quarter" idx="13"/>
          </p:nvPr>
        </p:nvSpPr>
        <p:spPr>
          <a:xfrm>
            <a:off x="3663042" y="5393169"/>
            <a:ext cx="2128157"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5" name="Marcador de texto 29">
            <a:extLst>
              <a:ext uri="{FF2B5EF4-FFF2-40B4-BE49-F238E27FC236}">
                <a16:creationId xmlns:a16="http://schemas.microsoft.com/office/drawing/2014/main" id="{63C1927C-E23B-204E-9F3A-2A67D2BF702C}"/>
              </a:ext>
            </a:extLst>
          </p:cNvPr>
          <p:cNvSpPr>
            <a:spLocks noGrp="1"/>
          </p:cNvSpPr>
          <p:nvPr>
            <p:ph type="body" sz="quarter" idx="15"/>
          </p:nvPr>
        </p:nvSpPr>
        <p:spPr>
          <a:xfrm>
            <a:off x="3663042" y="4986745"/>
            <a:ext cx="2128157"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6" name="Marcador de texto 29">
            <a:extLst>
              <a:ext uri="{FF2B5EF4-FFF2-40B4-BE49-F238E27FC236}">
                <a16:creationId xmlns:a16="http://schemas.microsoft.com/office/drawing/2014/main" id="{EC81F0F5-C204-7248-A336-A655814A8A34}"/>
              </a:ext>
            </a:extLst>
          </p:cNvPr>
          <p:cNvSpPr>
            <a:spLocks noGrp="1"/>
          </p:cNvSpPr>
          <p:nvPr>
            <p:ph type="body" sz="quarter" idx="16"/>
          </p:nvPr>
        </p:nvSpPr>
        <p:spPr>
          <a:xfrm>
            <a:off x="63670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7" name="Marcador de texto 29">
            <a:extLst>
              <a:ext uri="{FF2B5EF4-FFF2-40B4-BE49-F238E27FC236}">
                <a16:creationId xmlns:a16="http://schemas.microsoft.com/office/drawing/2014/main" id="{C9FEF82E-4E9C-8343-9D36-C4A00D7137CC}"/>
              </a:ext>
            </a:extLst>
          </p:cNvPr>
          <p:cNvSpPr>
            <a:spLocks noGrp="1"/>
          </p:cNvSpPr>
          <p:nvPr>
            <p:ph type="body" sz="quarter" idx="31"/>
          </p:nvPr>
        </p:nvSpPr>
        <p:spPr>
          <a:xfrm>
            <a:off x="63670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8" name="Marcador de texto 29">
            <a:extLst>
              <a:ext uri="{FF2B5EF4-FFF2-40B4-BE49-F238E27FC236}">
                <a16:creationId xmlns:a16="http://schemas.microsoft.com/office/drawing/2014/main" id="{F8AF6664-A005-7A42-9AEF-C5AA5603E49D}"/>
              </a:ext>
            </a:extLst>
          </p:cNvPr>
          <p:cNvSpPr>
            <a:spLocks noGrp="1"/>
          </p:cNvSpPr>
          <p:nvPr>
            <p:ph type="body" sz="quarter" idx="19"/>
          </p:nvPr>
        </p:nvSpPr>
        <p:spPr>
          <a:xfrm>
            <a:off x="91102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9" name="Marcador de texto 29">
            <a:extLst>
              <a:ext uri="{FF2B5EF4-FFF2-40B4-BE49-F238E27FC236}">
                <a16:creationId xmlns:a16="http://schemas.microsoft.com/office/drawing/2014/main" id="{5F6C1E52-E2B6-5F45-A863-5BB35ABAFCD6}"/>
              </a:ext>
            </a:extLst>
          </p:cNvPr>
          <p:cNvSpPr>
            <a:spLocks noGrp="1"/>
          </p:cNvSpPr>
          <p:nvPr>
            <p:ph type="body" sz="quarter" idx="21"/>
          </p:nvPr>
        </p:nvSpPr>
        <p:spPr>
          <a:xfrm>
            <a:off x="91102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grpSp>
        <p:nvGrpSpPr>
          <p:cNvPr id="23" name="Grupo 22">
            <a:extLst>
              <a:ext uri="{FF2B5EF4-FFF2-40B4-BE49-F238E27FC236}">
                <a16:creationId xmlns:a16="http://schemas.microsoft.com/office/drawing/2014/main" id="{EFD0B2D5-B3C2-D847-A220-86CB6A37E418}"/>
              </a:ext>
            </a:extLst>
          </p:cNvPr>
          <p:cNvGrpSpPr/>
          <p:nvPr userDrawn="1"/>
        </p:nvGrpSpPr>
        <p:grpSpPr>
          <a:xfrm>
            <a:off x="6362700" y="0"/>
            <a:ext cx="5829298" cy="3235602"/>
            <a:chOff x="5612972" y="1"/>
            <a:chExt cx="6615961" cy="3672246"/>
          </a:xfrm>
        </p:grpSpPr>
        <p:sp>
          <p:nvSpPr>
            <p:cNvPr id="28" name="Autoforma 24">
              <a:extLst>
                <a:ext uri="{FF2B5EF4-FFF2-40B4-BE49-F238E27FC236}">
                  <a16:creationId xmlns:a16="http://schemas.microsoft.com/office/drawing/2014/main" id="{A7FD25A4-760F-814C-915F-DD6E89CA3A40}"/>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9" name="Forma libre 28">
              <a:extLst>
                <a:ext uri="{FF2B5EF4-FFF2-40B4-BE49-F238E27FC236}">
                  <a16:creationId xmlns:a16="http://schemas.microsoft.com/office/drawing/2014/main" id="{A0CC8369-E81F-D447-87D8-1AF0C58EAC07}"/>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0" name="Forma libre 29">
              <a:extLst>
                <a:ext uri="{FF2B5EF4-FFF2-40B4-BE49-F238E27FC236}">
                  <a16:creationId xmlns:a16="http://schemas.microsoft.com/office/drawing/2014/main" id="{C41CA81E-EF54-D048-8775-CD4AB37A7DF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1" name="Forma libre 30">
              <a:extLst>
                <a:ext uri="{FF2B5EF4-FFF2-40B4-BE49-F238E27FC236}">
                  <a16:creationId xmlns:a16="http://schemas.microsoft.com/office/drawing/2014/main" id="{D95A4B85-923E-B641-B239-2A1999AB294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2" name="Forma libre 31">
              <a:extLst>
                <a:ext uri="{FF2B5EF4-FFF2-40B4-BE49-F238E27FC236}">
                  <a16:creationId xmlns:a16="http://schemas.microsoft.com/office/drawing/2014/main" id="{501386DC-76EB-F34E-AD0E-22957D3B38D5}"/>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66" name="Marcador de posición de imagen 25">
            <a:extLst>
              <a:ext uri="{FF2B5EF4-FFF2-40B4-BE49-F238E27FC236}">
                <a16:creationId xmlns:a16="http://schemas.microsoft.com/office/drawing/2014/main" id="{2D21D633-C51E-E94E-BAE3-96F52F76E496}"/>
              </a:ext>
            </a:extLst>
          </p:cNvPr>
          <p:cNvSpPr>
            <a:spLocks noGrp="1"/>
          </p:cNvSpPr>
          <p:nvPr>
            <p:ph type="pic" sz="quarter" idx="27"/>
          </p:nvPr>
        </p:nvSpPr>
        <p:spPr>
          <a:xfrm>
            <a:off x="6362292"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69" name="Marcador de posición de imagen 25">
            <a:extLst>
              <a:ext uri="{FF2B5EF4-FFF2-40B4-BE49-F238E27FC236}">
                <a16:creationId xmlns:a16="http://schemas.microsoft.com/office/drawing/2014/main" id="{639EFA5A-9C69-DF4D-81B7-FA1F8CCCF934}"/>
              </a:ext>
            </a:extLst>
          </p:cNvPr>
          <p:cNvSpPr>
            <a:spLocks noGrp="1"/>
          </p:cNvSpPr>
          <p:nvPr>
            <p:ph type="pic" sz="quarter" idx="30"/>
          </p:nvPr>
        </p:nvSpPr>
        <p:spPr>
          <a:xfrm>
            <a:off x="9112023"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2" name="Marcador de fecha 1">
            <a:extLst>
              <a:ext uri="{FF2B5EF4-FFF2-40B4-BE49-F238E27FC236}">
                <a16:creationId xmlns:a16="http://schemas.microsoft.com/office/drawing/2014/main" id="{8ED89364-B1CB-4E72-A6BB-95A34B50661C}"/>
              </a:ext>
            </a:extLst>
          </p:cNvPr>
          <p:cNvSpPr>
            <a:spLocks noGrp="1"/>
          </p:cNvSpPr>
          <p:nvPr>
            <p:ph type="dt" sz="half" idx="3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7BEA095D-F9AB-465B-A2BC-526B797F4865}"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 de abril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8E09328F-B310-4BF3-883E-BA9A39676AF2}"/>
              </a:ext>
            </a:extLst>
          </p:cNvPr>
          <p:cNvSpPr>
            <a:spLocks noGrp="1"/>
          </p:cNvSpPr>
          <p:nvPr>
            <p:ph type="ftr" sz="quarter" idx="3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04192EF2-9336-43EF-A365-1F54000F7DE9}"/>
              </a:ext>
            </a:extLst>
          </p:cNvPr>
          <p:cNvSpPr>
            <a:spLocks noGrp="1"/>
          </p:cNvSpPr>
          <p:nvPr>
            <p:ph type="sldNum" sz="quarter" idx="3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24962814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4008">
          <p15:clr>
            <a:srgbClr val="FBAE40"/>
          </p15:clr>
        </p15:guide>
        <p15:guide id="5" pos="1944">
          <p15:clr>
            <a:srgbClr val="FBAE40"/>
          </p15:clr>
        </p15:guide>
        <p15:guide id="6" pos="3648">
          <p15:clr>
            <a:srgbClr val="FBAE40"/>
          </p15:clr>
        </p15:guide>
        <p15:guide id="7" orient="horz" pos="1392">
          <p15:clr>
            <a:srgbClr val="FBAE40"/>
          </p15:clr>
        </p15:guide>
        <p15:guide id="8" orient="horz" pos="552">
          <p15:clr>
            <a:srgbClr val="FBAE40"/>
          </p15:clr>
        </p15:guide>
        <p15:guide id="9" orient="horz" pos="1224">
          <p15:clr>
            <a:srgbClr val="FBAE40"/>
          </p15:clr>
        </p15:guide>
        <p15:guide id="10" pos="5352">
          <p15:clr>
            <a:srgbClr val="FBAE40"/>
          </p15:clr>
        </p15:guide>
        <p15:guide id="11" pos="5736">
          <p15:clr>
            <a:srgbClr val="FBAE40"/>
          </p15:clr>
        </p15:guide>
        <p15:guide id="12" orient="horz" pos="2904">
          <p15:clr>
            <a:srgbClr val="FBAE40"/>
          </p15:clr>
        </p15:guide>
        <p15:guide id="13" orient="horz" pos="160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scala de tiempo ">
    <p:bg>
      <p:bgPr>
        <a:solidFill>
          <a:schemeClr val="tx1"/>
        </a:solidFill>
        <a:effectLst/>
      </p:bgPr>
    </p:bg>
    <p:spTree>
      <p:nvGrpSpPr>
        <p:cNvPr id="1" name=""/>
        <p:cNvGrpSpPr/>
        <p:nvPr/>
      </p:nvGrpSpPr>
      <p:grpSpPr>
        <a:xfrm>
          <a:off x="0" y="0"/>
          <a:ext cx="0" cy="0"/>
          <a:chOff x="0" y="0"/>
          <a:chExt cx="0" cy="0"/>
        </a:xfrm>
      </p:grpSpPr>
      <p:cxnSp>
        <p:nvCxnSpPr>
          <p:cNvPr id="21" name="Conector recto 20">
            <a:extLst>
              <a:ext uri="{FF2B5EF4-FFF2-40B4-BE49-F238E27FC236}">
                <a16:creationId xmlns:a16="http://schemas.microsoft.com/office/drawing/2014/main" id="{040046AF-E5BF-854D-9986-7C3019770FE7}"/>
              </a:ext>
            </a:extLst>
          </p:cNvPr>
          <p:cNvCxnSpPr>
            <a:cxnSpLocks/>
          </p:cNvCxnSpPr>
          <p:nvPr userDrawn="1"/>
        </p:nvCxnSpPr>
        <p:spPr>
          <a:xfrm flipH="1">
            <a:off x="1045959" y="2213783"/>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76CA14A6-0144-BC49-A8D4-C979D13258C0}"/>
              </a:ext>
            </a:extLst>
          </p:cNvPr>
          <p:cNvCxnSpPr>
            <a:cxnSpLocks/>
          </p:cNvCxnSpPr>
          <p:nvPr userDrawn="1"/>
        </p:nvCxnSpPr>
        <p:spPr>
          <a:xfrm flipH="1">
            <a:off x="6180493" y="2213783"/>
            <a:ext cx="11102"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FA582FC2-A135-5743-B9C0-6AC7225B42E1}"/>
              </a:ext>
            </a:extLst>
          </p:cNvPr>
          <p:cNvCxnSpPr>
            <a:cxnSpLocks/>
          </p:cNvCxnSpPr>
          <p:nvPr userDrawn="1"/>
        </p:nvCxnSpPr>
        <p:spPr>
          <a:xfrm flipH="1">
            <a:off x="8745623" y="3904712"/>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77C43222-5868-0247-838F-58F4F6C8EE75}"/>
              </a:ext>
            </a:extLst>
          </p:cNvPr>
          <p:cNvCxnSpPr>
            <a:cxnSpLocks/>
          </p:cNvCxnSpPr>
          <p:nvPr userDrawn="1"/>
        </p:nvCxnSpPr>
        <p:spPr>
          <a:xfrm flipH="1">
            <a:off x="3611089" y="3895941"/>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0" name="Título 1">
            <a:extLst>
              <a:ext uri="{FF2B5EF4-FFF2-40B4-BE49-F238E27FC236}">
                <a16:creationId xmlns:a16="http://schemas.microsoft.com/office/drawing/2014/main" id="{46EEE005-F78A-9D4F-B159-964376C387DD}"/>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96" name="Marcador de texto 29">
            <a:extLst>
              <a:ext uri="{FF2B5EF4-FFF2-40B4-BE49-F238E27FC236}">
                <a16:creationId xmlns:a16="http://schemas.microsoft.com/office/drawing/2014/main" id="{FC61536F-8EA7-5A48-AF76-8B0E251BD8CB}"/>
              </a:ext>
            </a:extLst>
          </p:cNvPr>
          <p:cNvSpPr>
            <a:spLocks noGrp="1"/>
          </p:cNvSpPr>
          <p:nvPr>
            <p:ph type="body" sz="quarter" idx="12" hasCustomPrompt="1"/>
          </p:nvPr>
        </p:nvSpPr>
        <p:spPr>
          <a:xfrm>
            <a:off x="1296955"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97" name="Marcador de texto 29">
            <a:extLst>
              <a:ext uri="{FF2B5EF4-FFF2-40B4-BE49-F238E27FC236}">
                <a16:creationId xmlns:a16="http://schemas.microsoft.com/office/drawing/2014/main" id="{64FFD994-BD97-ED49-8607-286ECBB1CDA3}"/>
              </a:ext>
            </a:extLst>
          </p:cNvPr>
          <p:cNvSpPr>
            <a:spLocks noGrp="1"/>
          </p:cNvSpPr>
          <p:nvPr>
            <p:ph type="body" sz="quarter" idx="11" hasCustomPrompt="1"/>
          </p:nvPr>
        </p:nvSpPr>
        <p:spPr>
          <a:xfrm>
            <a:off x="1296955"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editar </a:t>
            </a:r>
          </a:p>
        </p:txBody>
      </p:sp>
      <p:sp>
        <p:nvSpPr>
          <p:cNvPr id="102" name="Marcador de texto 29">
            <a:extLst>
              <a:ext uri="{FF2B5EF4-FFF2-40B4-BE49-F238E27FC236}">
                <a16:creationId xmlns:a16="http://schemas.microsoft.com/office/drawing/2014/main" id="{D1ADE805-BFBC-ED47-B9CB-6CB2FF02E868}"/>
              </a:ext>
            </a:extLst>
          </p:cNvPr>
          <p:cNvSpPr>
            <a:spLocks noGrp="1"/>
          </p:cNvSpPr>
          <p:nvPr>
            <p:ph type="body" sz="quarter" idx="30" hasCustomPrompt="1"/>
          </p:nvPr>
        </p:nvSpPr>
        <p:spPr>
          <a:xfrm>
            <a:off x="3897799"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103" name="Marcador de texto 29">
            <a:extLst>
              <a:ext uri="{FF2B5EF4-FFF2-40B4-BE49-F238E27FC236}">
                <a16:creationId xmlns:a16="http://schemas.microsoft.com/office/drawing/2014/main" id="{334A3589-641F-F547-891B-149579153B75}"/>
              </a:ext>
            </a:extLst>
          </p:cNvPr>
          <p:cNvSpPr>
            <a:spLocks noGrp="1"/>
          </p:cNvSpPr>
          <p:nvPr>
            <p:ph type="body" sz="quarter" idx="31" hasCustomPrompt="1"/>
          </p:nvPr>
        </p:nvSpPr>
        <p:spPr>
          <a:xfrm>
            <a:off x="3897799"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ES" noProof="0"/>
              <a:t>Haga clic para editar </a:t>
            </a:r>
          </a:p>
        </p:txBody>
      </p:sp>
      <p:sp>
        <p:nvSpPr>
          <p:cNvPr id="106" name="Marcador de texto 29">
            <a:extLst>
              <a:ext uri="{FF2B5EF4-FFF2-40B4-BE49-F238E27FC236}">
                <a16:creationId xmlns:a16="http://schemas.microsoft.com/office/drawing/2014/main" id="{A63F8454-D12E-A641-ABD0-8977D3F5EC05}"/>
              </a:ext>
            </a:extLst>
          </p:cNvPr>
          <p:cNvSpPr>
            <a:spLocks noGrp="1"/>
          </p:cNvSpPr>
          <p:nvPr>
            <p:ph type="body" sz="quarter" idx="32" hasCustomPrompt="1"/>
          </p:nvPr>
        </p:nvSpPr>
        <p:spPr>
          <a:xfrm>
            <a:off x="9001711"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107" name="Marcador de texto 29">
            <a:extLst>
              <a:ext uri="{FF2B5EF4-FFF2-40B4-BE49-F238E27FC236}">
                <a16:creationId xmlns:a16="http://schemas.microsoft.com/office/drawing/2014/main" id="{F35AA15D-DBAD-9840-8764-A5B6D486A234}"/>
              </a:ext>
            </a:extLst>
          </p:cNvPr>
          <p:cNvSpPr>
            <a:spLocks noGrp="1"/>
          </p:cNvSpPr>
          <p:nvPr>
            <p:ph type="body" sz="quarter" idx="33" hasCustomPrompt="1"/>
          </p:nvPr>
        </p:nvSpPr>
        <p:spPr>
          <a:xfrm>
            <a:off x="9001711"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ES" noProof="0"/>
              <a:t>Haga clic para editar </a:t>
            </a:r>
          </a:p>
        </p:txBody>
      </p:sp>
      <p:sp>
        <p:nvSpPr>
          <p:cNvPr id="108" name="Marcador de texto 29">
            <a:extLst>
              <a:ext uri="{FF2B5EF4-FFF2-40B4-BE49-F238E27FC236}">
                <a16:creationId xmlns:a16="http://schemas.microsoft.com/office/drawing/2014/main" id="{8357CA0F-1A55-B145-8305-562F0DF22543}"/>
              </a:ext>
            </a:extLst>
          </p:cNvPr>
          <p:cNvSpPr>
            <a:spLocks noGrp="1"/>
          </p:cNvSpPr>
          <p:nvPr>
            <p:ph type="body" sz="quarter" idx="34" hasCustomPrompt="1"/>
          </p:nvPr>
        </p:nvSpPr>
        <p:spPr>
          <a:xfrm>
            <a:off x="6438143"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109" name="Marcador de texto 29">
            <a:extLst>
              <a:ext uri="{FF2B5EF4-FFF2-40B4-BE49-F238E27FC236}">
                <a16:creationId xmlns:a16="http://schemas.microsoft.com/office/drawing/2014/main" id="{D6C49F6F-AF28-8942-8442-8F54A1DC388B}"/>
              </a:ext>
            </a:extLst>
          </p:cNvPr>
          <p:cNvSpPr>
            <a:spLocks noGrp="1"/>
          </p:cNvSpPr>
          <p:nvPr>
            <p:ph type="body" sz="quarter" idx="35" hasCustomPrompt="1"/>
          </p:nvPr>
        </p:nvSpPr>
        <p:spPr>
          <a:xfrm>
            <a:off x="6438143"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editar </a:t>
            </a:r>
          </a:p>
        </p:txBody>
      </p:sp>
      <p:cxnSp>
        <p:nvCxnSpPr>
          <p:cNvPr id="8" name="Conector recto 7">
            <a:extLst>
              <a:ext uri="{FF2B5EF4-FFF2-40B4-BE49-F238E27FC236}">
                <a16:creationId xmlns:a16="http://schemas.microsoft.com/office/drawing/2014/main" id="{4CE2724A-BCA1-604F-9D18-BF05746408C2}"/>
              </a:ext>
            </a:extLst>
          </p:cNvPr>
          <p:cNvCxnSpPr/>
          <p:nvPr userDrawn="1"/>
        </p:nvCxnSpPr>
        <p:spPr>
          <a:xfrm>
            <a:off x="967689" y="3968780"/>
            <a:ext cx="10275477" cy="0"/>
          </a:xfrm>
          <a:prstGeom prst="line">
            <a:avLst/>
          </a:prstGeom>
          <a:ln w="165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4" name="Rectángulo 43">
            <a:extLst>
              <a:ext uri="{FF2B5EF4-FFF2-40B4-BE49-F238E27FC236}">
                <a16:creationId xmlns:a16="http://schemas.microsoft.com/office/drawing/2014/main" id="{4923D7D1-A9CC-C34C-86FF-43B5C8978712}"/>
              </a:ext>
            </a:extLst>
          </p:cNvPr>
          <p:cNvSpPr/>
          <p:nvPr userDrawn="1"/>
        </p:nvSpPr>
        <p:spPr>
          <a:xfrm>
            <a:off x="964323"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47" name="Rectángulo 46">
            <a:extLst>
              <a:ext uri="{FF2B5EF4-FFF2-40B4-BE49-F238E27FC236}">
                <a16:creationId xmlns:a16="http://schemas.microsoft.com/office/drawing/2014/main" id="{6119FF13-13AB-3448-B24E-58E18B3CE2B6}"/>
              </a:ext>
            </a:extLst>
          </p:cNvPr>
          <p:cNvSpPr/>
          <p:nvPr userDrawn="1"/>
        </p:nvSpPr>
        <p:spPr>
          <a:xfrm>
            <a:off x="3531590"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 name="Rectángulo 26">
            <a:extLst>
              <a:ext uri="{FF2B5EF4-FFF2-40B4-BE49-F238E27FC236}">
                <a16:creationId xmlns:a16="http://schemas.microsoft.com/office/drawing/2014/main" id="{22F8F982-870E-AE44-B0D3-B3313BC48DB7}"/>
              </a:ext>
            </a:extLst>
          </p:cNvPr>
          <p:cNvSpPr/>
          <p:nvPr userDrawn="1"/>
        </p:nvSpPr>
        <p:spPr>
          <a:xfrm>
            <a:off x="6098857"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 name="Rectángulo 28">
            <a:extLst>
              <a:ext uri="{FF2B5EF4-FFF2-40B4-BE49-F238E27FC236}">
                <a16:creationId xmlns:a16="http://schemas.microsoft.com/office/drawing/2014/main" id="{C549A137-DB5E-9C40-8C0A-ED607212022C}"/>
              </a:ext>
            </a:extLst>
          </p:cNvPr>
          <p:cNvSpPr/>
          <p:nvPr userDrawn="1"/>
        </p:nvSpPr>
        <p:spPr>
          <a:xfrm>
            <a:off x="8666124"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 name="Marcador de fecha 1">
            <a:extLst>
              <a:ext uri="{FF2B5EF4-FFF2-40B4-BE49-F238E27FC236}">
                <a16:creationId xmlns:a16="http://schemas.microsoft.com/office/drawing/2014/main" id="{21DC2552-C347-4C3D-8C92-4A6981227C0E}"/>
              </a:ext>
            </a:extLst>
          </p:cNvPr>
          <p:cNvSpPr>
            <a:spLocks noGrp="1"/>
          </p:cNvSpPr>
          <p:nvPr>
            <p:ph type="dt" sz="half" idx="3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F99D83C0-D2D5-496F-A305-9D3513BEF95B}"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 de abril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A5B7C35C-F3E4-4522-8711-16E4F9052C2C}"/>
              </a:ext>
            </a:extLst>
          </p:cNvPr>
          <p:cNvSpPr>
            <a:spLocks noGrp="1"/>
          </p:cNvSpPr>
          <p:nvPr>
            <p:ph type="ftr" sz="quarter" idx="37"/>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1F4D6BAD-56F4-42F1-A2B3-FDB73364FD40}"/>
              </a:ext>
            </a:extLst>
          </p:cNvPr>
          <p:cNvSpPr>
            <a:spLocks noGrp="1"/>
          </p:cNvSpPr>
          <p:nvPr>
            <p:ph type="sldNum" sz="quarter" idx="38"/>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8860420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3768">
          <p15:clr>
            <a:srgbClr val="FBAE40"/>
          </p15:clr>
        </p15:guide>
        <p15:guide id="9" orient="horz" pos="552">
          <p15:clr>
            <a:srgbClr val="FBAE40"/>
          </p15:clr>
        </p15:guide>
        <p15:guide id="10" orient="horz" pos="1512">
          <p15:clr>
            <a:srgbClr val="FBAE40"/>
          </p15:clr>
        </p15:guide>
        <p15:guide id="11" orient="horz" pos="283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
    <p:bg>
      <p:bgPr>
        <a:solidFill>
          <a:schemeClr val="tx1"/>
        </a:solidFill>
        <a:effectLst/>
      </p:bgPr>
    </p:bg>
    <p:spTree>
      <p:nvGrpSpPr>
        <p:cNvPr id="1" name=""/>
        <p:cNvGrpSpPr/>
        <p:nvPr/>
      </p:nvGrpSpPr>
      <p:grpSpPr>
        <a:xfrm>
          <a:off x="0" y="0"/>
          <a:ext cx="0" cy="0"/>
          <a:chOff x="0" y="0"/>
          <a:chExt cx="0" cy="0"/>
        </a:xfrm>
      </p:grpSpPr>
      <p:grpSp>
        <p:nvGrpSpPr>
          <p:cNvPr id="19" name="Grupo 18">
            <a:extLst>
              <a:ext uri="{FF2B5EF4-FFF2-40B4-BE49-F238E27FC236}">
                <a16:creationId xmlns:a16="http://schemas.microsoft.com/office/drawing/2014/main" id="{BDEF3328-825B-3946-8472-DB93D6A32867}"/>
              </a:ext>
            </a:extLst>
          </p:cNvPr>
          <p:cNvGrpSpPr>
            <a:grpSpLocks/>
          </p:cNvGrpSpPr>
          <p:nvPr userDrawn="1"/>
        </p:nvGrpSpPr>
        <p:grpSpPr bwMode="auto">
          <a:xfrm rot="16200000" flipV="1">
            <a:off x="0" y="3900132"/>
            <a:ext cx="2959226" cy="2959226"/>
            <a:chOff x="0" y="12289"/>
            <a:chExt cx="3550" cy="3551"/>
          </a:xfrm>
        </p:grpSpPr>
        <p:sp>
          <p:nvSpPr>
            <p:cNvPr id="20" name="Forma libre 19">
              <a:extLst>
                <a:ext uri="{FF2B5EF4-FFF2-40B4-BE49-F238E27FC236}">
                  <a16:creationId xmlns:a16="http://schemas.microsoft.com/office/drawing/2014/main" id="{4E4E09DF-AF21-0E4A-9838-14DFBFFED7D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1" name="Forma libre 20">
              <a:extLst>
                <a:ext uri="{FF2B5EF4-FFF2-40B4-BE49-F238E27FC236}">
                  <a16:creationId xmlns:a16="http://schemas.microsoft.com/office/drawing/2014/main" id="{653F54AE-9BC1-3A45-A129-4028EADE406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2" name="Forma libre 21">
              <a:extLst>
                <a:ext uri="{FF2B5EF4-FFF2-40B4-BE49-F238E27FC236}">
                  <a16:creationId xmlns:a16="http://schemas.microsoft.com/office/drawing/2014/main" id="{254F6D22-4944-974A-999E-F9E22F15952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texto 2">
            <a:extLst>
              <a:ext uri="{FF2B5EF4-FFF2-40B4-BE49-F238E27FC236}">
                <a16:creationId xmlns:a16="http://schemas.microsoft.com/office/drawing/2014/main" id="{A6147D10-E7D7-8F40-AF69-726398729333}"/>
              </a:ext>
            </a:extLst>
          </p:cNvPr>
          <p:cNvSpPr>
            <a:spLocks noGrp="1"/>
          </p:cNvSpPr>
          <p:nvPr>
            <p:ph type="body" idx="1"/>
          </p:nvPr>
        </p:nvSpPr>
        <p:spPr>
          <a:xfrm>
            <a:off x="964023" y="2300984"/>
            <a:ext cx="4827178"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25" name="Marcador de texto 2">
            <a:extLst>
              <a:ext uri="{FF2B5EF4-FFF2-40B4-BE49-F238E27FC236}">
                <a16:creationId xmlns:a16="http://schemas.microsoft.com/office/drawing/2014/main" id="{3A0EE708-F36B-444B-9A8B-D48D69535E45}"/>
              </a:ext>
            </a:extLst>
          </p:cNvPr>
          <p:cNvSpPr>
            <a:spLocks noGrp="1"/>
          </p:cNvSpPr>
          <p:nvPr>
            <p:ph type="body" idx="10"/>
          </p:nvPr>
        </p:nvSpPr>
        <p:spPr>
          <a:xfrm>
            <a:off x="6362700" y="2300984"/>
            <a:ext cx="4764829"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27" name="Marcador de contenido 3">
            <a:extLst>
              <a:ext uri="{FF2B5EF4-FFF2-40B4-BE49-F238E27FC236}">
                <a16:creationId xmlns:a16="http://schemas.microsoft.com/office/drawing/2014/main" id="{E81957B7-CEA6-A446-A203-471CF9A57FFD}"/>
              </a:ext>
            </a:extLst>
          </p:cNvPr>
          <p:cNvSpPr>
            <a:spLocks noGrp="1"/>
          </p:cNvSpPr>
          <p:nvPr>
            <p:ph sz="half" idx="2"/>
          </p:nvPr>
        </p:nvSpPr>
        <p:spPr>
          <a:xfrm>
            <a:off x="964023" y="2799146"/>
            <a:ext cx="482717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8" name="Marcador de posición de contenido 3">
            <a:extLst>
              <a:ext uri="{FF2B5EF4-FFF2-40B4-BE49-F238E27FC236}">
                <a16:creationId xmlns:a16="http://schemas.microsoft.com/office/drawing/2014/main" id="{E40D4044-0F7B-0647-BAB5-16B23EBD9ECD}"/>
              </a:ext>
            </a:extLst>
          </p:cNvPr>
          <p:cNvSpPr>
            <a:spLocks noGrp="1"/>
          </p:cNvSpPr>
          <p:nvPr>
            <p:ph sz="half" idx="13"/>
          </p:nvPr>
        </p:nvSpPr>
        <p:spPr>
          <a:xfrm>
            <a:off x="6362700" y="2799146"/>
            <a:ext cx="4756241"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cxnSp>
        <p:nvCxnSpPr>
          <p:cNvPr id="15" name="Conector recto 14">
            <a:extLst>
              <a:ext uri="{FF2B5EF4-FFF2-40B4-BE49-F238E27FC236}">
                <a16:creationId xmlns:a16="http://schemas.microsoft.com/office/drawing/2014/main" id="{ED51C063-0222-064B-8A2E-485FE9EAC10D}"/>
              </a:ext>
            </a:extLst>
          </p:cNvPr>
          <p:cNvCxnSpPr>
            <a:cxnSpLocks/>
          </p:cNvCxnSpPr>
          <p:nvPr userDrawn="1"/>
        </p:nvCxnSpPr>
        <p:spPr>
          <a:xfrm>
            <a:off x="63627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Marcador de fecha 1">
            <a:extLst>
              <a:ext uri="{FF2B5EF4-FFF2-40B4-BE49-F238E27FC236}">
                <a16:creationId xmlns:a16="http://schemas.microsoft.com/office/drawing/2014/main" id="{4914D182-A7DD-4F7B-B207-262854316EDA}"/>
              </a:ext>
            </a:extLst>
          </p:cNvPr>
          <p:cNvSpPr>
            <a:spLocks noGrp="1"/>
          </p:cNvSpPr>
          <p:nvPr>
            <p:ph type="dt" sz="half" idx="1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7F69136C-C4B2-45F2-BCFC-515A0853BD43}"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 de abril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10B29252-5D0B-4B9D-9FBD-8EC0929FE096}"/>
              </a:ext>
            </a:extLst>
          </p:cNvPr>
          <p:cNvSpPr>
            <a:spLocks noGrp="1"/>
          </p:cNvSpPr>
          <p:nvPr>
            <p:ph type="ftr" sz="quarter" idx="1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5BB4FEF6-E217-4110-BBF5-C4B77ADC8457}"/>
              </a:ext>
            </a:extLst>
          </p:cNvPr>
          <p:cNvSpPr>
            <a:spLocks noGrp="1"/>
          </p:cNvSpPr>
          <p:nvPr>
            <p:ph type="sldNum" sz="quarter" idx="1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9509478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
    <p:bg>
      <p:bgPr>
        <a:solidFill>
          <a:schemeClr val="tx1"/>
        </a:solidFill>
        <a:effectLst/>
      </p:bgPr>
    </p:bg>
    <p:spTree>
      <p:nvGrpSpPr>
        <p:cNvPr id="1" name=""/>
        <p:cNvGrpSpPr/>
        <p:nvPr/>
      </p:nvGrpSpPr>
      <p:grpSpPr>
        <a:xfrm>
          <a:off x="0" y="0"/>
          <a:ext cx="0" cy="0"/>
          <a:chOff x="0" y="0"/>
          <a:chExt cx="0" cy="0"/>
        </a:xfrm>
      </p:grpSpPr>
      <p:grpSp>
        <p:nvGrpSpPr>
          <p:cNvPr id="37" name="Grupo 36">
            <a:extLst>
              <a:ext uri="{FF2B5EF4-FFF2-40B4-BE49-F238E27FC236}">
                <a16:creationId xmlns:a16="http://schemas.microsoft.com/office/drawing/2014/main" id="{868B08E5-2F7C-7749-8BDF-386EAF974BB0}"/>
              </a:ext>
            </a:extLst>
          </p:cNvPr>
          <p:cNvGrpSpPr>
            <a:grpSpLocks/>
          </p:cNvGrpSpPr>
          <p:nvPr userDrawn="1"/>
        </p:nvGrpSpPr>
        <p:grpSpPr bwMode="auto">
          <a:xfrm rot="16200000" flipV="1">
            <a:off x="0" y="3900132"/>
            <a:ext cx="2959226" cy="2959226"/>
            <a:chOff x="0" y="12289"/>
            <a:chExt cx="3550" cy="3551"/>
          </a:xfrm>
        </p:grpSpPr>
        <p:sp>
          <p:nvSpPr>
            <p:cNvPr id="38" name="Forma libre 37">
              <a:extLst>
                <a:ext uri="{FF2B5EF4-FFF2-40B4-BE49-F238E27FC236}">
                  <a16:creationId xmlns:a16="http://schemas.microsoft.com/office/drawing/2014/main" id="{F3E300C0-0B72-9048-9E16-2166E1A88FE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9" name="Forma libre 38">
              <a:extLst>
                <a:ext uri="{FF2B5EF4-FFF2-40B4-BE49-F238E27FC236}">
                  <a16:creationId xmlns:a16="http://schemas.microsoft.com/office/drawing/2014/main" id="{E4AA520D-9D51-3A42-B9B1-DF72169BC8DB}"/>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40" name="Forma libre 39">
              <a:extLst>
                <a:ext uri="{FF2B5EF4-FFF2-40B4-BE49-F238E27FC236}">
                  <a16:creationId xmlns:a16="http://schemas.microsoft.com/office/drawing/2014/main" id="{D5F2735E-137C-DB47-AEF0-EFC871A3237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texto 2">
            <a:extLst>
              <a:ext uri="{FF2B5EF4-FFF2-40B4-BE49-F238E27FC236}">
                <a16:creationId xmlns:a16="http://schemas.microsoft.com/office/drawing/2014/main" id="{A6147D10-E7D7-8F40-AF69-726398729333}"/>
              </a:ext>
            </a:extLst>
          </p:cNvPr>
          <p:cNvSpPr>
            <a:spLocks noGrp="1"/>
          </p:cNvSpPr>
          <p:nvPr>
            <p:ph type="body" idx="1"/>
          </p:nvPr>
        </p:nvSpPr>
        <p:spPr>
          <a:xfrm>
            <a:off x="952500"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7" name="Marcador de contenido 3">
            <a:extLst>
              <a:ext uri="{FF2B5EF4-FFF2-40B4-BE49-F238E27FC236}">
                <a16:creationId xmlns:a16="http://schemas.microsoft.com/office/drawing/2014/main" id="{E81957B7-CEA6-A446-A203-471CF9A57FFD}"/>
              </a:ext>
            </a:extLst>
          </p:cNvPr>
          <p:cNvSpPr>
            <a:spLocks noGrp="1"/>
          </p:cNvSpPr>
          <p:nvPr>
            <p:ph sz="half" idx="2"/>
          </p:nvPr>
        </p:nvSpPr>
        <p:spPr>
          <a:xfrm>
            <a:off x="952500"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0" name="Marcador de texto 2">
            <a:extLst>
              <a:ext uri="{FF2B5EF4-FFF2-40B4-BE49-F238E27FC236}">
                <a16:creationId xmlns:a16="http://schemas.microsoft.com/office/drawing/2014/main" id="{057DFE0A-61D9-1B48-8196-EA94D04685DD}"/>
              </a:ext>
            </a:extLst>
          </p:cNvPr>
          <p:cNvSpPr>
            <a:spLocks noGrp="1"/>
          </p:cNvSpPr>
          <p:nvPr>
            <p:ph type="body" idx="10"/>
          </p:nvPr>
        </p:nvSpPr>
        <p:spPr>
          <a:xfrm>
            <a:off x="4569372"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1" name="Marcador de contenido 3">
            <a:extLst>
              <a:ext uri="{FF2B5EF4-FFF2-40B4-BE49-F238E27FC236}">
                <a16:creationId xmlns:a16="http://schemas.microsoft.com/office/drawing/2014/main" id="{C946754A-F105-644E-99A4-DC80B9944243}"/>
              </a:ext>
            </a:extLst>
          </p:cNvPr>
          <p:cNvSpPr>
            <a:spLocks noGrp="1"/>
          </p:cNvSpPr>
          <p:nvPr>
            <p:ph sz="half" idx="11"/>
          </p:nvPr>
        </p:nvSpPr>
        <p:spPr>
          <a:xfrm>
            <a:off x="4569372" y="2799146"/>
            <a:ext cx="305062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2" name="Marcador de texto 2">
            <a:extLst>
              <a:ext uri="{FF2B5EF4-FFF2-40B4-BE49-F238E27FC236}">
                <a16:creationId xmlns:a16="http://schemas.microsoft.com/office/drawing/2014/main" id="{368648FC-FC9A-5645-8F0C-390FFFAE180D}"/>
              </a:ext>
            </a:extLst>
          </p:cNvPr>
          <p:cNvSpPr>
            <a:spLocks noGrp="1"/>
          </p:cNvSpPr>
          <p:nvPr>
            <p:ph type="body" idx="12"/>
          </p:nvPr>
        </p:nvSpPr>
        <p:spPr>
          <a:xfrm>
            <a:off x="8187017"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4" name="Marcador de posición de contenido 3">
            <a:extLst>
              <a:ext uri="{FF2B5EF4-FFF2-40B4-BE49-F238E27FC236}">
                <a16:creationId xmlns:a16="http://schemas.microsoft.com/office/drawing/2014/main" id="{BBB849DC-B114-D145-9879-4FE0688BF57E}"/>
              </a:ext>
            </a:extLst>
          </p:cNvPr>
          <p:cNvSpPr>
            <a:spLocks noGrp="1"/>
          </p:cNvSpPr>
          <p:nvPr>
            <p:ph sz="half" idx="13"/>
          </p:nvPr>
        </p:nvSpPr>
        <p:spPr>
          <a:xfrm>
            <a:off x="8187017"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cxnSp>
        <p:nvCxnSpPr>
          <p:cNvPr id="26" name="Conector recto 25">
            <a:extLst>
              <a:ext uri="{FF2B5EF4-FFF2-40B4-BE49-F238E27FC236}">
                <a16:creationId xmlns:a16="http://schemas.microsoft.com/office/drawing/2014/main" id="{9F0C4CE5-5F02-B143-8FD1-1B235D270DAC}"/>
              </a:ext>
            </a:extLst>
          </p:cNvPr>
          <p:cNvCxnSpPr>
            <a:cxnSpLocks/>
          </p:cNvCxnSpPr>
          <p:nvPr userDrawn="1"/>
        </p:nvCxnSpPr>
        <p:spPr>
          <a:xfrm>
            <a:off x="4569372"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cxnSp>
        <p:nvCxnSpPr>
          <p:cNvPr id="28" name="Conector recto 27">
            <a:extLst>
              <a:ext uri="{FF2B5EF4-FFF2-40B4-BE49-F238E27FC236}">
                <a16:creationId xmlns:a16="http://schemas.microsoft.com/office/drawing/2014/main" id="{289A8C14-DB28-F34E-8098-168D4C75AF23}"/>
              </a:ext>
            </a:extLst>
          </p:cNvPr>
          <p:cNvCxnSpPr>
            <a:cxnSpLocks/>
          </p:cNvCxnSpPr>
          <p:nvPr userDrawn="1"/>
        </p:nvCxnSpPr>
        <p:spPr>
          <a:xfrm>
            <a:off x="8187017"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Marcador de fecha 1">
            <a:extLst>
              <a:ext uri="{FF2B5EF4-FFF2-40B4-BE49-F238E27FC236}">
                <a16:creationId xmlns:a16="http://schemas.microsoft.com/office/drawing/2014/main" id="{F0FA07F3-F8E4-4505-85EC-22734AC68792}"/>
              </a:ext>
            </a:extLst>
          </p:cNvPr>
          <p:cNvSpPr>
            <a:spLocks noGrp="1"/>
          </p:cNvSpPr>
          <p:nvPr>
            <p:ph type="dt" sz="half" idx="1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846AC6E8-C089-4970-88B6-A9DF4F2A5ECC}"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 de abril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D5165D22-FEF5-4F30-8822-5D2378806A9B}"/>
              </a:ext>
            </a:extLst>
          </p:cNvPr>
          <p:cNvSpPr>
            <a:spLocks noGrp="1"/>
          </p:cNvSpPr>
          <p:nvPr>
            <p:ph type="ftr" sz="quarter" idx="1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1540F86B-3DA3-4708-AAF5-387BA115C415}"/>
              </a:ext>
            </a:extLst>
          </p:cNvPr>
          <p:cNvSpPr>
            <a:spLocks noGrp="1"/>
          </p:cNvSpPr>
          <p:nvPr>
            <p:ph type="sldNum" sz="quarter" idx="1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128561778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520">
          <p15:clr>
            <a:srgbClr val="FBAE40"/>
          </p15:clr>
        </p15:guide>
        <p15:guide id="4" pos="5160">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4800">
          <p15:clr>
            <a:srgbClr val="FBAE40"/>
          </p15:clr>
        </p15:guide>
        <p15:guide id="11" pos="2880">
          <p15:clr>
            <a:srgbClr val="FBAE40"/>
          </p15:clr>
        </p15:guide>
        <p15:guide id="12" orient="horz" pos="17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sumen ">
    <p:bg>
      <p:bgPr>
        <a:solidFill>
          <a:schemeClr val="tx1"/>
        </a:solidFill>
        <a:effectLst/>
      </p:bgPr>
    </p:bg>
    <p:spTree>
      <p:nvGrpSpPr>
        <p:cNvPr id="1" name=""/>
        <p:cNvGrpSpPr/>
        <p:nvPr/>
      </p:nvGrpSpPr>
      <p:grpSpPr>
        <a:xfrm>
          <a:off x="0" y="0"/>
          <a:ext cx="0" cy="0"/>
          <a:chOff x="0" y="0"/>
          <a:chExt cx="0" cy="0"/>
        </a:xfrm>
      </p:grpSpPr>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3" name="Marcador de texto 2">
            <a:extLst>
              <a:ext uri="{FF2B5EF4-FFF2-40B4-BE49-F238E27FC236}">
                <a16:creationId xmlns:a16="http://schemas.microsoft.com/office/drawing/2014/main" id="{0DA8C895-11B9-EA40-B0F8-0F4FE9881512}"/>
              </a:ext>
            </a:extLst>
          </p:cNvPr>
          <p:cNvSpPr>
            <a:spLocks noGrp="1"/>
          </p:cNvSpPr>
          <p:nvPr>
            <p:ph type="body" sz="quarter" idx="10"/>
          </p:nvPr>
        </p:nvSpPr>
        <p:spPr>
          <a:xfrm>
            <a:off x="952500" y="2656904"/>
            <a:ext cx="4838700" cy="574318"/>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grpSp>
        <p:nvGrpSpPr>
          <p:cNvPr id="15" name="Grupo 14">
            <a:extLst>
              <a:ext uri="{FF2B5EF4-FFF2-40B4-BE49-F238E27FC236}">
                <a16:creationId xmlns:a16="http://schemas.microsoft.com/office/drawing/2014/main" id="{C47A1EE0-4011-3749-B01C-FC489EEDF880}"/>
              </a:ext>
            </a:extLst>
          </p:cNvPr>
          <p:cNvGrpSpPr>
            <a:grpSpLocks/>
          </p:cNvGrpSpPr>
          <p:nvPr userDrawn="1"/>
        </p:nvGrpSpPr>
        <p:grpSpPr bwMode="auto">
          <a:xfrm rot="10800000">
            <a:off x="8870040" y="0"/>
            <a:ext cx="3325208" cy="3325208"/>
            <a:chOff x="0" y="12289"/>
            <a:chExt cx="3550" cy="3551"/>
          </a:xfrm>
        </p:grpSpPr>
        <p:sp>
          <p:nvSpPr>
            <p:cNvPr id="16" name="Forma libre 15">
              <a:extLst>
                <a:ext uri="{FF2B5EF4-FFF2-40B4-BE49-F238E27FC236}">
                  <a16:creationId xmlns:a16="http://schemas.microsoft.com/office/drawing/2014/main" id="{17EED68A-6660-2643-BBFB-B6AB92A7C22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7" name="Forma libre 16">
              <a:extLst>
                <a:ext uri="{FF2B5EF4-FFF2-40B4-BE49-F238E27FC236}">
                  <a16:creationId xmlns:a16="http://schemas.microsoft.com/office/drawing/2014/main" id="{BECF9FB8-F6C7-C54D-99F4-11FDF26D7F9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8" name="Forma libre 17">
              <a:extLst>
                <a:ext uri="{FF2B5EF4-FFF2-40B4-BE49-F238E27FC236}">
                  <a16:creationId xmlns:a16="http://schemas.microsoft.com/office/drawing/2014/main" id="{46C7C62D-7D3B-934C-AFF9-0F10E727B42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4" name="Marcador de texto 3">
            <a:extLst>
              <a:ext uri="{FF2B5EF4-FFF2-40B4-BE49-F238E27FC236}">
                <a16:creationId xmlns:a16="http://schemas.microsoft.com/office/drawing/2014/main" id="{FF85D552-3AFC-4D21-A944-9D41E128A96E}"/>
              </a:ext>
            </a:extLst>
          </p:cNvPr>
          <p:cNvSpPr>
            <a:spLocks noGrp="1"/>
          </p:cNvSpPr>
          <p:nvPr>
            <p:ph type="body" sz="quarter" idx="12"/>
          </p:nvPr>
        </p:nvSpPr>
        <p:spPr>
          <a:xfrm>
            <a:off x="952500"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1" name="Marcador de texto 2">
            <a:extLst>
              <a:ext uri="{FF2B5EF4-FFF2-40B4-BE49-F238E27FC236}">
                <a16:creationId xmlns:a16="http://schemas.microsoft.com/office/drawing/2014/main" id="{BE8C2EDB-9C70-49A2-865C-E5CD77D3E741}"/>
              </a:ext>
            </a:extLst>
          </p:cNvPr>
          <p:cNvSpPr>
            <a:spLocks noGrp="1"/>
          </p:cNvSpPr>
          <p:nvPr>
            <p:ph type="body" sz="quarter" idx="13"/>
          </p:nvPr>
        </p:nvSpPr>
        <p:spPr>
          <a:xfrm>
            <a:off x="953655" y="3841846"/>
            <a:ext cx="4838700" cy="636754"/>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2" name="Marcador de texto 3">
            <a:extLst>
              <a:ext uri="{FF2B5EF4-FFF2-40B4-BE49-F238E27FC236}">
                <a16:creationId xmlns:a16="http://schemas.microsoft.com/office/drawing/2014/main" id="{EE50320A-D017-45C6-9986-94BC43911E98}"/>
              </a:ext>
            </a:extLst>
          </p:cNvPr>
          <p:cNvSpPr>
            <a:spLocks noGrp="1"/>
          </p:cNvSpPr>
          <p:nvPr>
            <p:ph type="body" sz="quarter" idx="14"/>
          </p:nvPr>
        </p:nvSpPr>
        <p:spPr>
          <a:xfrm>
            <a:off x="953655"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3" name="Marcador de texto 2">
            <a:extLst>
              <a:ext uri="{FF2B5EF4-FFF2-40B4-BE49-F238E27FC236}">
                <a16:creationId xmlns:a16="http://schemas.microsoft.com/office/drawing/2014/main" id="{673EB498-F5D2-4E15-990A-2AFA4A377CBB}"/>
              </a:ext>
            </a:extLst>
          </p:cNvPr>
          <p:cNvSpPr>
            <a:spLocks noGrp="1"/>
          </p:cNvSpPr>
          <p:nvPr>
            <p:ph type="body" sz="quarter" idx="15"/>
          </p:nvPr>
        </p:nvSpPr>
        <p:spPr>
          <a:xfrm>
            <a:off x="952500" y="5017901"/>
            <a:ext cx="4838700" cy="908340"/>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4" name="Marcador de texto 3">
            <a:extLst>
              <a:ext uri="{FF2B5EF4-FFF2-40B4-BE49-F238E27FC236}">
                <a16:creationId xmlns:a16="http://schemas.microsoft.com/office/drawing/2014/main" id="{1F528150-326B-4BB3-AC38-7FC805DB6BA7}"/>
              </a:ext>
            </a:extLst>
          </p:cNvPr>
          <p:cNvSpPr>
            <a:spLocks noGrp="1"/>
          </p:cNvSpPr>
          <p:nvPr>
            <p:ph type="body" sz="quarter" idx="16"/>
          </p:nvPr>
        </p:nvSpPr>
        <p:spPr>
          <a:xfrm>
            <a:off x="952500" y="4646997"/>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5" name="Marcador de texto 2">
            <a:extLst>
              <a:ext uri="{FF2B5EF4-FFF2-40B4-BE49-F238E27FC236}">
                <a16:creationId xmlns:a16="http://schemas.microsoft.com/office/drawing/2014/main" id="{20EBEFF7-AECA-409B-9ACC-A63A168283BE}"/>
              </a:ext>
            </a:extLst>
          </p:cNvPr>
          <p:cNvSpPr>
            <a:spLocks noGrp="1"/>
          </p:cNvSpPr>
          <p:nvPr>
            <p:ph type="body" sz="quarter" idx="17"/>
          </p:nvPr>
        </p:nvSpPr>
        <p:spPr>
          <a:xfrm>
            <a:off x="6399647" y="2656904"/>
            <a:ext cx="4838700" cy="574318"/>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6" name="Marcador de texto 3">
            <a:extLst>
              <a:ext uri="{FF2B5EF4-FFF2-40B4-BE49-F238E27FC236}">
                <a16:creationId xmlns:a16="http://schemas.microsoft.com/office/drawing/2014/main" id="{29E4D063-8666-4D7A-B8C8-2B9383F798E0}"/>
              </a:ext>
            </a:extLst>
          </p:cNvPr>
          <p:cNvSpPr>
            <a:spLocks noGrp="1"/>
          </p:cNvSpPr>
          <p:nvPr>
            <p:ph type="body" sz="quarter" idx="18"/>
          </p:nvPr>
        </p:nvSpPr>
        <p:spPr>
          <a:xfrm>
            <a:off x="6399647"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7" name="Marcador de texto 2">
            <a:extLst>
              <a:ext uri="{FF2B5EF4-FFF2-40B4-BE49-F238E27FC236}">
                <a16:creationId xmlns:a16="http://schemas.microsoft.com/office/drawing/2014/main" id="{4717B7CD-A4F9-444E-82B9-8914CB574887}"/>
              </a:ext>
            </a:extLst>
          </p:cNvPr>
          <p:cNvSpPr>
            <a:spLocks noGrp="1"/>
          </p:cNvSpPr>
          <p:nvPr>
            <p:ph type="body" sz="quarter" idx="19"/>
          </p:nvPr>
        </p:nvSpPr>
        <p:spPr>
          <a:xfrm>
            <a:off x="6399647" y="3841846"/>
            <a:ext cx="4838700" cy="908340"/>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8" name="Marcador de texto 3">
            <a:extLst>
              <a:ext uri="{FF2B5EF4-FFF2-40B4-BE49-F238E27FC236}">
                <a16:creationId xmlns:a16="http://schemas.microsoft.com/office/drawing/2014/main" id="{2CF285B7-A950-4326-A4D5-F5D542D2D65B}"/>
              </a:ext>
            </a:extLst>
          </p:cNvPr>
          <p:cNvSpPr>
            <a:spLocks noGrp="1"/>
          </p:cNvSpPr>
          <p:nvPr>
            <p:ph type="body" sz="quarter" idx="20"/>
          </p:nvPr>
        </p:nvSpPr>
        <p:spPr>
          <a:xfrm>
            <a:off x="6399647"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EC45E38A-5516-4C3E-88FC-0DCBD876054B}"/>
              </a:ext>
            </a:extLst>
          </p:cNvPr>
          <p:cNvSpPr>
            <a:spLocks noGrp="1"/>
          </p:cNvSpPr>
          <p:nvPr>
            <p:ph type="dt" sz="half" idx="2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49053CBC-2B39-42EE-A9ED-10AB05B9208E}"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 de abril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5" name="Marcador de pie de página 4">
            <a:extLst>
              <a:ext uri="{FF2B5EF4-FFF2-40B4-BE49-F238E27FC236}">
                <a16:creationId xmlns:a16="http://schemas.microsoft.com/office/drawing/2014/main" id="{14225273-038D-4F51-A093-83D80104F21A}"/>
              </a:ext>
            </a:extLst>
          </p:cNvPr>
          <p:cNvSpPr>
            <a:spLocks noGrp="1"/>
          </p:cNvSpPr>
          <p:nvPr>
            <p:ph type="ftr" sz="quarter" idx="2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6" name="Marcador de número de diapositiva 5">
            <a:extLst>
              <a:ext uri="{FF2B5EF4-FFF2-40B4-BE49-F238E27FC236}">
                <a16:creationId xmlns:a16="http://schemas.microsoft.com/office/drawing/2014/main" id="{C7F24E14-E0E0-44FA-A4AA-FA63A858730C}"/>
              </a:ext>
            </a:extLst>
          </p:cNvPr>
          <p:cNvSpPr>
            <a:spLocks noGrp="1"/>
          </p:cNvSpPr>
          <p:nvPr>
            <p:ph type="sldNum" sz="quarter" idx="2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263394155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acias">
    <p:bg>
      <p:bgPr>
        <a:solidFill>
          <a:schemeClr val="tx1"/>
        </a:solidFill>
        <a:effectLst/>
      </p:bgPr>
    </p:bg>
    <p:spTree>
      <p:nvGrpSpPr>
        <p:cNvPr id="1" name=""/>
        <p:cNvGrpSpPr/>
        <p:nvPr/>
      </p:nvGrpSpPr>
      <p:grpSpPr>
        <a:xfrm>
          <a:off x="0" y="0"/>
          <a:ext cx="0" cy="0"/>
          <a:chOff x="0" y="0"/>
          <a:chExt cx="0" cy="0"/>
        </a:xfrm>
      </p:grpSpPr>
      <p:sp>
        <p:nvSpPr>
          <p:cNvPr id="16" name="Marcador de texto 29">
            <a:extLst>
              <a:ext uri="{FF2B5EF4-FFF2-40B4-BE49-F238E27FC236}">
                <a16:creationId xmlns:a16="http://schemas.microsoft.com/office/drawing/2014/main" id="{BB778BC5-5409-574B-96E2-B45CDD940DF4}"/>
              </a:ext>
            </a:extLst>
          </p:cNvPr>
          <p:cNvSpPr>
            <a:spLocks noGrp="1"/>
          </p:cNvSpPr>
          <p:nvPr>
            <p:ph type="body" sz="quarter" idx="11"/>
          </p:nvPr>
        </p:nvSpPr>
        <p:spPr>
          <a:xfrm>
            <a:off x="6896100" y="5102063"/>
            <a:ext cx="4914900" cy="588795"/>
          </a:xfrm>
        </p:spPr>
        <p:txBody>
          <a:bodyPr lIns="0" tIns="0" rIns="0" bIns="0" rtlCol="0" anchor="b">
            <a:noAutofit/>
          </a:bodyPr>
          <a:lstStyle>
            <a:lvl1pPr marL="0" indent="0">
              <a:buNone/>
              <a:defRPr sz="1600" b="0" i="0">
                <a:solidFill>
                  <a:schemeClr val="tx2"/>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7" name="Subtítulo 2">
            <a:extLst>
              <a:ext uri="{FF2B5EF4-FFF2-40B4-BE49-F238E27FC236}">
                <a16:creationId xmlns:a16="http://schemas.microsoft.com/office/drawing/2014/main" id="{32916F3A-28FA-9A4B-A780-0D687D932893}"/>
              </a:ext>
            </a:extLst>
          </p:cNvPr>
          <p:cNvSpPr>
            <a:spLocks noGrp="1"/>
          </p:cNvSpPr>
          <p:nvPr>
            <p:ph type="subTitle" idx="1"/>
          </p:nvPr>
        </p:nvSpPr>
        <p:spPr>
          <a:xfrm>
            <a:off x="6907623" y="3591098"/>
            <a:ext cx="4903377" cy="1057791"/>
          </a:xfrm>
        </p:spPr>
        <p:txBody>
          <a:bodyPr lIns="0" tIns="0" rIns="0" bIns="0" rtlCol="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noProof="0"/>
              <a:t>Haga clic para modificar el estilo de subtítulo del patrón</a:t>
            </a:r>
            <a:endParaRPr lang="es-ES" noProof="0" dirty="0"/>
          </a:p>
        </p:txBody>
      </p:sp>
      <p:sp>
        <p:nvSpPr>
          <p:cNvPr id="26" name="Título 1">
            <a:extLst>
              <a:ext uri="{FF2B5EF4-FFF2-40B4-BE49-F238E27FC236}">
                <a16:creationId xmlns:a16="http://schemas.microsoft.com/office/drawing/2014/main" id="{E29321F6-59C5-6E4C-A846-6AD00848A444}"/>
              </a:ext>
            </a:extLst>
          </p:cNvPr>
          <p:cNvSpPr>
            <a:spLocks noGrp="1"/>
          </p:cNvSpPr>
          <p:nvPr>
            <p:ph type="title"/>
          </p:nvPr>
        </p:nvSpPr>
        <p:spPr>
          <a:xfrm>
            <a:off x="6907623" y="2173658"/>
            <a:ext cx="49033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27" name="Conector recto 26">
            <a:extLst>
              <a:ext uri="{FF2B5EF4-FFF2-40B4-BE49-F238E27FC236}">
                <a16:creationId xmlns:a16="http://schemas.microsoft.com/office/drawing/2014/main" id="{AB5C3BF3-A164-DD48-BD02-4587489DA105}"/>
              </a:ext>
            </a:extLst>
          </p:cNvPr>
          <p:cNvCxnSpPr>
            <a:cxnSpLocks/>
          </p:cNvCxnSpPr>
          <p:nvPr userDrawn="1"/>
        </p:nvCxnSpPr>
        <p:spPr>
          <a:xfrm>
            <a:off x="6896100" y="3233703"/>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1" name="Marcador de posición de imagen 2">
            <a:extLst>
              <a:ext uri="{FF2B5EF4-FFF2-40B4-BE49-F238E27FC236}">
                <a16:creationId xmlns:a16="http://schemas.microsoft.com/office/drawing/2014/main" id="{F8C225AD-C009-894E-8AFA-C94EAA06509C}"/>
              </a:ext>
            </a:extLst>
          </p:cNvPr>
          <p:cNvSpPr>
            <a:spLocks noGrp="1"/>
          </p:cNvSpPr>
          <p:nvPr>
            <p:ph type="pic" sz="quarter" idx="13"/>
          </p:nvPr>
        </p:nvSpPr>
        <p:spPr>
          <a:xfrm>
            <a:off x="0" y="0"/>
            <a:ext cx="6096000" cy="6858000"/>
          </a:xfrm>
        </p:spPr>
        <p:txBody>
          <a:bodyPr rtlCol="0"/>
          <a:lstStyle/>
          <a:p>
            <a:pPr rtl="0"/>
            <a:r>
              <a:rPr lang="es-ES" noProof="0"/>
              <a:t>Haga clic en el icono para agregar una imagen</a:t>
            </a:r>
            <a:endParaRPr lang="es-ES" noProof="0" dirty="0"/>
          </a:p>
        </p:txBody>
      </p:sp>
      <p:grpSp>
        <p:nvGrpSpPr>
          <p:cNvPr id="30" name="Grupo 29">
            <a:extLst>
              <a:ext uri="{FF2B5EF4-FFF2-40B4-BE49-F238E27FC236}">
                <a16:creationId xmlns:a16="http://schemas.microsoft.com/office/drawing/2014/main" id="{FFEF81ED-50DF-3946-87D9-407C13C3CE9F}"/>
              </a:ext>
            </a:extLst>
          </p:cNvPr>
          <p:cNvGrpSpPr>
            <a:grpSpLocks/>
          </p:cNvGrpSpPr>
          <p:nvPr userDrawn="1"/>
        </p:nvGrpSpPr>
        <p:grpSpPr bwMode="auto">
          <a:xfrm rot="10800000">
            <a:off x="8870040" y="0"/>
            <a:ext cx="3325208" cy="3325208"/>
            <a:chOff x="0" y="12289"/>
            <a:chExt cx="3550" cy="3551"/>
          </a:xfrm>
        </p:grpSpPr>
        <p:sp>
          <p:nvSpPr>
            <p:cNvPr id="31" name="Forma libre 30">
              <a:extLst>
                <a:ext uri="{FF2B5EF4-FFF2-40B4-BE49-F238E27FC236}">
                  <a16:creationId xmlns:a16="http://schemas.microsoft.com/office/drawing/2014/main" id="{4B6857A0-601C-9C40-ADB4-7927C7A4ECA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2" name="Forma libre 31">
              <a:extLst>
                <a:ext uri="{FF2B5EF4-FFF2-40B4-BE49-F238E27FC236}">
                  <a16:creationId xmlns:a16="http://schemas.microsoft.com/office/drawing/2014/main" id="{31562ACC-ECB3-4841-A52C-00DAFF438EBF}"/>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3" name="Forma libre 32">
              <a:extLst>
                <a:ext uri="{FF2B5EF4-FFF2-40B4-BE49-F238E27FC236}">
                  <a16:creationId xmlns:a16="http://schemas.microsoft.com/office/drawing/2014/main" id="{77C317B8-91B4-7040-AB8C-CE822CA28AA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Tree>
    <p:extLst>
      <p:ext uri="{BB962C8B-B14F-4D97-AF65-F5344CB8AC3E}">
        <p14:creationId xmlns:p14="http://schemas.microsoft.com/office/powerpoint/2010/main" val="2380417716"/>
      </p:ext>
    </p:extLst>
  </p:cSld>
  <p:clrMapOvr>
    <a:masterClrMapping/>
  </p:clrMapOvr>
  <p:extLst>
    <p:ext uri="{DCECCB84-F9BA-43D5-87BE-67443E8EF086}">
      <p15:sldGuideLst xmlns:p15="http://schemas.microsoft.com/office/powerpoint/2012/main">
        <p15:guide id="1" pos="60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8EED84C6-50E6-6C43-8031-AFF6268E0C06}"/>
              </a:ext>
            </a:extLst>
          </p:cNvPr>
          <p:cNvSpPr>
            <a:spLocks noGrp="1"/>
          </p:cNvSpPr>
          <p:nvPr>
            <p:ph type="body" idx="1"/>
          </p:nvPr>
        </p:nvSpPr>
        <p:spPr>
          <a:xfrm>
            <a:off x="971550" y="1825625"/>
            <a:ext cx="10382250" cy="4351338"/>
          </a:xfrm>
          <a:prstGeom prst="rect">
            <a:avLst/>
          </a:prstGeom>
        </p:spPr>
        <p:txBody>
          <a:bodyPr vert="horz" lIns="91440" tIns="45720" rIns="91440" bIns="45720" rtlCol="0">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2" name="Marcador de título 11">
            <a:extLst>
              <a:ext uri="{FF2B5EF4-FFF2-40B4-BE49-F238E27FC236}">
                <a16:creationId xmlns:a16="http://schemas.microsoft.com/office/drawing/2014/main" id="{D41FC0AE-253D-D242-9C88-017078F8A23A}"/>
              </a:ext>
            </a:extLst>
          </p:cNvPr>
          <p:cNvSpPr>
            <a:spLocks noGrp="1"/>
          </p:cNvSpPr>
          <p:nvPr>
            <p:ph type="title"/>
          </p:nvPr>
        </p:nvSpPr>
        <p:spPr>
          <a:xfrm>
            <a:off x="952500" y="365125"/>
            <a:ext cx="10401300" cy="1325563"/>
          </a:xfrm>
          <a:prstGeom prst="rect">
            <a:avLst/>
          </a:prstGeom>
        </p:spPr>
        <p:txBody>
          <a:bodyPr vert="horz" lIns="91440" tIns="45720" rIns="91440" bIns="45720" rtlCol="0" anchor="ctr">
            <a:normAutofit/>
          </a:bodyPr>
          <a:lstStyle/>
          <a:p>
            <a:pPr rtl="0"/>
            <a:r>
              <a:rPr lang="es-ES" noProof="0"/>
              <a:t>Haga clic para modificar el estilo de título del patrón</a:t>
            </a:r>
          </a:p>
        </p:txBody>
      </p:sp>
      <p:sp>
        <p:nvSpPr>
          <p:cNvPr id="30" name="Marcador de fecha 3">
            <a:extLst>
              <a:ext uri="{FF2B5EF4-FFF2-40B4-BE49-F238E27FC236}">
                <a16:creationId xmlns:a16="http://schemas.microsoft.com/office/drawing/2014/main" id="{EF47083A-6D76-4B4D-87CA-E08E212F781D}"/>
              </a:ext>
            </a:extLst>
          </p:cNvPr>
          <p:cNvSpPr>
            <a:spLocks noGrp="1"/>
          </p:cNvSpPr>
          <p:nvPr>
            <p:ph type="dt" sz="half" idx="2"/>
          </p:nvPr>
        </p:nvSpPr>
        <p:spPr>
          <a:xfrm>
            <a:off x="2992120"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7BF5E43A-1348-4597-A2F5-11856AA9D9CF}"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 de abril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1" name="Marcador de pie de página 4">
            <a:extLst>
              <a:ext uri="{FF2B5EF4-FFF2-40B4-BE49-F238E27FC236}">
                <a16:creationId xmlns:a16="http://schemas.microsoft.com/office/drawing/2014/main" id="{C9955F1C-C0B1-BA44-8905-6991FA0D1EF3}"/>
              </a:ext>
            </a:extLst>
          </p:cNvPr>
          <p:cNvSpPr>
            <a:spLocks noGrp="1"/>
          </p:cNvSpPr>
          <p:nvPr>
            <p:ph type="ftr" sz="quarter" idx="3"/>
          </p:nvPr>
        </p:nvSpPr>
        <p:spPr>
          <a:xfrm>
            <a:off x="1494790" y="6332220"/>
            <a:ext cx="1497330" cy="247651"/>
          </a:xfrm>
          <a:prstGeom prst="rect">
            <a:avLst/>
          </a:prstGeom>
        </p:spPr>
        <p:txBody>
          <a:bodyPr vert="horz" lIns="0" tIns="0" rIns="0" bIns="0" rtlCol="0" anchor="t" anchorCtr="0"/>
          <a:lstStyle>
            <a:lvl1pPr algn="l">
              <a:defRPr sz="1100" b="0" i="0">
                <a:solidFill>
                  <a:schemeClr val="bg1"/>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32" name="Marcador de posición de número de diapositiva 5">
            <a:extLst>
              <a:ext uri="{FF2B5EF4-FFF2-40B4-BE49-F238E27FC236}">
                <a16:creationId xmlns:a16="http://schemas.microsoft.com/office/drawing/2014/main" id="{C8ADA0DF-3751-9A48-8A21-59F01C782D7C}"/>
              </a:ext>
            </a:extLst>
          </p:cNvPr>
          <p:cNvSpPr>
            <a:spLocks noGrp="1"/>
          </p:cNvSpPr>
          <p:nvPr>
            <p:ph type="sldNum" sz="quarter" idx="4"/>
          </p:nvPr>
        </p:nvSpPr>
        <p:spPr>
          <a:xfrm>
            <a:off x="971550" y="6332220"/>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21902135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p:txStyles>
    <p:titleStyle>
      <a:lvl1pPr algn="l" defTabSz="914400" rtl="0" eaLnBrk="1" latinLnBrk="0" hangingPunct="1">
        <a:lnSpc>
          <a:spcPct val="9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3E168C-8042-5B4E-A5A4-A5BF693AE2D6}"/>
              </a:ext>
            </a:extLst>
          </p:cNvPr>
          <p:cNvSpPr>
            <a:spLocks noGrp="1"/>
          </p:cNvSpPr>
          <p:nvPr>
            <p:ph type="ctrTitle"/>
          </p:nvPr>
        </p:nvSpPr>
        <p:spPr>
          <a:xfrm>
            <a:off x="6367054" y="2116182"/>
            <a:ext cx="5491571" cy="1514019"/>
          </a:xfrm>
        </p:spPr>
        <p:txBody>
          <a:bodyPr rtlCol="0"/>
          <a:lstStyle/>
          <a:p>
            <a:pPr algn="ctr" rtl="0"/>
            <a:r>
              <a:rPr lang="es-ES" sz="4400" dirty="0">
                <a:latin typeface="Times New Roman" panose="02020603050405020304" pitchFamily="18" charset="0"/>
                <a:cs typeface="Times New Roman" panose="02020603050405020304" pitchFamily="18" charset="0"/>
              </a:rPr>
              <a:t>Sesión 27: Prueba de Hipótesis para dos proporciones</a:t>
            </a:r>
          </a:p>
        </p:txBody>
      </p:sp>
      <p:sp>
        <p:nvSpPr>
          <p:cNvPr id="3" name="Marcador de texto 2">
            <a:extLst>
              <a:ext uri="{FF2B5EF4-FFF2-40B4-BE49-F238E27FC236}">
                <a16:creationId xmlns:a16="http://schemas.microsoft.com/office/drawing/2014/main" id="{F18E61D8-31A3-2D45-8E25-CBE846E26E1C}"/>
              </a:ext>
            </a:extLst>
          </p:cNvPr>
          <p:cNvSpPr>
            <a:spLocks noGrp="1"/>
          </p:cNvSpPr>
          <p:nvPr>
            <p:ph type="body" sz="quarter" idx="11"/>
          </p:nvPr>
        </p:nvSpPr>
        <p:spPr>
          <a:xfrm>
            <a:off x="6367055" y="4549553"/>
            <a:ext cx="5491570" cy="953337"/>
          </a:xfrm>
        </p:spPr>
        <p:txBody>
          <a:bodyPr rtlCol="0"/>
          <a:lstStyle/>
          <a:p>
            <a:pPr algn="ctr" rtl="0"/>
            <a:r>
              <a:rPr lang="es-ES" dirty="0">
                <a:solidFill>
                  <a:schemeClr val="bg1"/>
                </a:solidFill>
                <a:latin typeface="+mj-lt"/>
              </a:rPr>
              <a:t>Mtro. David Nexticapan Cortes</a:t>
            </a:r>
            <a:endParaRPr lang="es-ES" dirty="0">
              <a:solidFill>
                <a:schemeClr val="bg1"/>
              </a:solidFill>
            </a:endParaRPr>
          </a:p>
          <a:p>
            <a:pPr rtl="0"/>
            <a:endParaRPr lang="es-ES" dirty="0"/>
          </a:p>
        </p:txBody>
      </p:sp>
    </p:spTree>
    <p:extLst>
      <p:ext uri="{BB962C8B-B14F-4D97-AF65-F5344CB8AC3E}">
        <p14:creationId xmlns:p14="http://schemas.microsoft.com/office/powerpoint/2010/main" val="505271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Prueba de hipótesis para dos proporciones.</a:t>
            </a:r>
          </a:p>
        </p:txBody>
      </p:sp>
      <p:sp>
        <p:nvSpPr>
          <p:cNvPr id="5" name="CuadroTexto 4">
            <a:extLst>
              <a:ext uri="{FF2B5EF4-FFF2-40B4-BE49-F238E27FC236}">
                <a16:creationId xmlns:a16="http://schemas.microsoft.com/office/drawing/2014/main" id="{4B77887F-BB86-8BB4-8E75-761FE414B5F2}"/>
              </a:ext>
            </a:extLst>
          </p:cNvPr>
          <p:cNvSpPr txBox="1"/>
          <p:nvPr/>
        </p:nvSpPr>
        <p:spPr>
          <a:xfrm>
            <a:off x="964022" y="2353304"/>
            <a:ext cx="9332916" cy="665118"/>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El test que se debe aplicar, dependerá del diseño y la naturaleza de las muestras(ya sean independientes o apareadas) y del supuesto de normalidad.</a:t>
            </a:r>
            <a:endParaRPr lang="es-MX" dirty="0">
              <a:solidFill>
                <a:schemeClr val="bg1"/>
              </a:solidFill>
              <a:latin typeface="Times New Roman" panose="02020603050405020304" pitchFamily="18" charset="0"/>
              <a:cs typeface="Times New Roman" panose="02020603050405020304" pitchFamily="18" charset="0"/>
            </a:endParaRPr>
          </a:p>
        </p:txBody>
      </p:sp>
      <p:sp>
        <p:nvSpPr>
          <p:cNvPr id="3" name="CuadroTexto 2">
            <a:extLst>
              <a:ext uri="{FF2B5EF4-FFF2-40B4-BE49-F238E27FC236}">
                <a16:creationId xmlns:a16="http://schemas.microsoft.com/office/drawing/2014/main" id="{1FDC0F84-EF36-F694-7238-639BFFBFBC24}"/>
              </a:ext>
            </a:extLst>
          </p:cNvPr>
          <p:cNvSpPr txBox="1"/>
          <p:nvPr/>
        </p:nvSpPr>
        <p:spPr>
          <a:xfrm>
            <a:off x="964022" y="3265733"/>
            <a:ext cx="9332916" cy="368755"/>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Los requisitos que de deben cumplir son los siguientes:</a:t>
            </a:r>
            <a:endParaRPr lang="es-MX" dirty="0">
              <a:solidFill>
                <a:schemeClr val="bg1"/>
              </a:solidFill>
              <a:latin typeface="Times New Roman" panose="02020603050405020304" pitchFamily="18" charset="0"/>
              <a:cs typeface="Times New Roman" panose="02020603050405020304" pitchFamily="18" charset="0"/>
            </a:endParaRPr>
          </a:p>
        </p:txBody>
      </p:sp>
      <p:sp>
        <p:nvSpPr>
          <p:cNvPr id="4" name="CuadroTexto 3">
            <a:extLst>
              <a:ext uri="{FF2B5EF4-FFF2-40B4-BE49-F238E27FC236}">
                <a16:creationId xmlns:a16="http://schemas.microsoft.com/office/drawing/2014/main" id="{EAFB8D2D-3BAE-CBED-694C-1F393C81CA1E}"/>
              </a:ext>
            </a:extLst>
          </p:cNvPr>
          <p:cNvSpPr txBox="1"/>
          <p:nvPr/>
        </p:nvSpPr>
        <p:spPr>
          <a:xfrm>
            <a:off x="964022" y="3881800"/>
            <a:ext cx="9332916" cy="767711"/>
          </a:xfrm>
          <a:prstGeom prst="rect">
            <a:avLst/>
          </a:prstGeom>
          <a:noFill/>
          <a:ln>
            <a:solidFill>
              <a:schemeClr val="tx1">
                <a:lumMod val="85000"/>
              </a:schemeClr>
            </a:solidFill>
          </a:ln>
        </p:spPr>
        <p:txBody>
          <a:bodyPr wrap="square" rtlCol="0">
            <a:spAutoFit/>
          </a:bodyPr>
          <a:lstStyle/>
          <a:p>
            <a:pPr marL="342900" indent="-342900" algn="just">
              <a:lnSpc>
                <a:spcPct val="107000"/>
              </a:lnSpc>
              <a:spcAft>
                <a:spcPts val="800"/>
              </a:spcAft>
              <a:buFont typeface="+mj-lt"/>
              <a:buAutoNum type="arabicPeriod"/>
            </a:pPr>
            <a:r>
              <a:rPr lang="es-MX" dirty="0">
                <a:solidFill>
                  <a:schemeClr val="bg1"/>
                </a:solidFill>
                <a:latin typeface="Times New Roman" panose="02020603050405020304" pitchFamily="18" charset="0"/>
                <a:cs typeface="Times New Roman" panose="02020603050405020304" pitchFamily="18" charset="0"/>
              </a:rPr>
              <a:t>Tenemos proporciones de dos muestras aleatorias simples que son independientes.</a:t>
            </a:r>
          </a:p>
          <a:p>
            <a:pPr marL="342900" indent="-342900" algn="just">
              <a:lnSpc>
                <a:spcPct val="107000"/>
              </a:lnSpc>
              <a:spcAft>
                <a:spcPts val="800"/>
              </a:spcAft>
              <a:buFont typeface="+mj-lt"/>
              <a:buAutoNum type="arabicPeriod"/>
            </a:pPr>
            <a:r>
              <a:rPr lang="es-MX" dirty="0">
                <a:solidFill>
                  <a:schemeClr val="bg1"/>
                </a:solidFill>
                <a:latin typeface="Times New Roman" panose="02020603050405020304" pitchFamily="18" charset="0"/>
                <a:cs typeface="Times New Roman" panose="02020603050405020304" pitchFamily="18" charset="0"/>
              </a:rPr>
              <a:t>Se tienen al menos cinco éxitos y cinco fracasos para cada muestra.</a:t>
            </a:r>
          </a:p>
        </p:txBody>
      </p:sp>
    </p:spTree>
    <p:extLst>
      <p:ext uri="{BB962C8B-B14F-4D97-AF65-F5344CB8AC3E}">
        <p14:creationId xmlns:p14="http://schemas.microsoft.com/office/powerpoint/2010/main" val="1241354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animBg="1"/>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Ejemplo 1: Síndrome del Túnel Carpiano</a:t>
            </a:r>
          </a:p>
        </p:txBody>
      </p:sp>
      <p:sp>
        <p:nvSpPr>
          <p:cNvPr id="28" name="CuadroTexto 27">
            <a:extLst>
              <a:ext uri="{FF2B5EF4-FFF2-40B4-BE49-F238E27FC236}">
                <a16:creationId xmlns:a16="http://schemas.microsoft.com/office/drawing/2014/main" id="{F494AF8A-D47C-6E15-F0A8-B546B382BBB9}"/>
              </a:ext>
            </a:extLst>
          </p:cNvPr>
          <p:cNvSpPr txBox="1"/>
          <p:nvPr/>
        </p:nvSpPr>
        <p:spPr>
          <a:xfrm>
            <a:off x="964023" y="2186609"/>
            <a:ext cx="9954186" cy="2254848"/>
          </a:xfrm>
          <a:prstGeom prst="rect">
            <a:avLst/>
          </a:prstGeom>
          <a:noFill/>
          <a:ln>
            <a:solidFill>
              <a:schemeClr val="tx1">
                <a:lumMod val="85000"/>
              </a:schemeClr>
            </a:solidFill>
          </a:ln>
        </p:spPr>
        <p:txBody>
          <a:bodyPr wrap="square" rtlCol="0">
            <a:spAutoFit/>
          </a:bodyPr>
          <a:lstStyle/>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En una prueba controlada se identificó a 156 pacientes con síndrome del túnel carpiano, a los que se trató con entablillado o cirugía. Estos pacientes fueron evaluados un año después. De los 73 pacientes que fueron tratados con cirugía, 67 resultaron exitosos. De los 83 pacientes tratados con entablillados, 60 resultaron exitosos. </a:t>
            </a:r>
          </a:p>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Al examinar los resultados de las pruebas, parece que la cirugía es un mejor tratamiento porque su porcentaje de éxito es del 92%, comparado con el 72% del tratamiento de entablillado. ¿Los resultados muestrales realmente sustentan la aseveración de que la cirugía es mejor? </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37715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C29F7-7D72-96C9-9C29-9094CDD574A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210985B-821E-C84B-4A28-07206915983B}"/>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Ejemplo 2: Asegurados Fumadores</a:t>
            </a:r>
          </a:p>
        </p:txBody>
      </p:sp>
      <p:sp>
        <p:nvSpPr>
          <p:cNvPr id="28" name="CuadroTexto 27">
            <a:extLst>
              <a:ext uri="{FF2B5EF4-FFF2-40B4-BE49-F238E27FC236}">
                <a16:creationId xmlns:a16="http://schemas.microsoft.com/office/drawing/2014/main" id="{465B91BA-35E1-C4AC-80D7-0C98C771C050}"/>
              </a:ext>
            </a:extLst>
          </p:cNvPr>
          <p:cNvSpPr txBox="1"/>
          <p:nvPr/>
        </p:nvSpPr>
        <p:spPr>
          <a:xfrm>
            <a:off x="964022" y="2186609"/>
            <a:ext cx="9954186" cy="966803"/>
          </a:xfrm>
          <a:prstGeom prst="rect">
            <a:avLst/>
          </a:prstGeom>
          <a:noFill/>
          <a:ln>
            <a:solidFill>
              <a:schemeClr val="tx1">
                <a:lumMod val="85000"/>
              </a:schemeClr>
            </a:solidFill>
          </a:ln>
        </p:spPr>
        <p:txBody>
          <a:bodyPr wrap="square" rtlCol="0">
            <a:spAutoFit/>
          </a:bodyPr>
          <a:lstStyle/>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Una compañía de seguros de salud está interesada en investigar si la proporción de hombres que fuman es significativamente diferente de la proporción de mujeres que fuman entre sus asegurados. Para realizar este análisis utiliza la base de datos "</a:t>
            </a:r>
            <a:r>
              <a:rPr lang="es-MX"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Aseguradora_Salud</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descr="icono de medalla de oro de recompensa, estilo de dibujos animados 14364083  Vector en Vecteezy">
            <a:extLst>
              <a:ext uri="{FF2B5EF4-FFF2-40B4-BE49-F238E27FC236}">
                <a16:creationId xmlns:a16="http://schemas.microsoft.com/office/drawing/2014/main" id="{3E581169-0D33-9C2D-B91D-54AD08B8121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32895" y="850983"/>
            <a:ext cx="876659" cy="8766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604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theme/theme1.xml><?xml version="1.0" encoding="utf-8"?>
<a:theme xmlns:a="http://schemas.openxmlformats.org/drawingml/2006/main" name="Tema1">
  <a:themeElements>
    <a:clrScheme name="Naranja amarillo">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49129432_TF78853419_Win32.potx" id="{F85094AE-F951-45B6-B003-F9F3B4BD38C5}" vid="{E124D037-8587-41C3-AB02-2A120C8407E4}"/>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2442</TotalTime>
  <Words>254</Words>
  <Application>Microsoft Office PowerPoint</Application>
  <PresentationFormat>Panorámica</PresentationFormat>
  <Paragraphs>16</Paragraphs>
  <Slides>4</Slides>
  <Notes>4</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vt:i4>
      </vt:variant>
    </vt:vector>
  </HeadingPairs>
  <TitlesOfParts>
    <vt:vector size="11" baseType="lpstr">
      <vt:lpstr>Arial</vt:lpstr>
      <vt:lpstr>Calibri</vt:lpstr>
      <vt:lpstr>Franklin Gothic Book</vt:lpstr>
      <vt:lpstr>Franklin Gothic Demi</vt:lpstr>
      <vt:lpstr>Times New Roman</vt:lpstr>
      <vt:lpstr>Wingdings</vt:lpstr>
      <vt:lpstr>Tema1</vt:lpstr>
      <vt:lpstr>Sesión 27: Prueba de Hipótesis para dos proporciones</vt:lpstr>
      <vt:lpstr>Prueba de hipótesis para dos proporciones.</vt:lpstr>
      <vt:lpstr>Ejemplo 1: Síndrome del Túnel Carpiano</vt:lpstr>
      <vt:lpstr>Ejemplo 2: Asegurados Fumadores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7: Estimaciones para la media poblacional μ</dc:title>
  <dc:creator>David Nexticapan Cortes</dc:creator>
  <cp:lastModifiedBy>DAVID NEXTICAPAN - CORTES</cp:lastModifiedBy>
  <cp:revision>83</cp:revision>
  <dcterms:created xsi:type="dcterms:W3CDTF">2023-09-16T20:42:33Z</dcterms:created>
  <dcterms:modified xsi:type="dcterms:W3CDTF">2025-04-08T19:51:10Z</dcterms:modified>
</cp:coreProperties>
</file>