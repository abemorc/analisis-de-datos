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8" r:id="rId2"/>
    <p:sldId id="269" r:id="rId3"/>
    <p:sldId id="303" r:id="rId4"/>
    <p:sldId id="304" r:id="rId5"/>
    <p:sldId id="301" r:id="rId6"/>
    <p:sldId id="302" r:id="rId7"/>
    <p:sldId id="306" r:id="rId8"/>
    <p:sldId id="307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A93348-0E55-B4F8-AB2F-4809769E8946}" name="DAVID NEXTICAPAN - CORTES" initials="DN" userId="S::david.nexticapan@correo.buap.mx::011c67ff-82ce-4013-b781-883cf783e2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5EDC09-830F-4573-8293-9BBBE17E2C58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s-MX"/>
        </a:p>
      </dgm:t>
    </dgm:pt>
    <dgm:pt modelId="{B6A7E729-8622-4F59-912E-E3AC9C267DEE}">
      <dgm:prSet phldrT="[Texto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Clasificación ML</a:t>
          </a:r>
        </a:p>
      </dgm:t>
    </dgm:pt>
    <dgm:pt modelId="{5B934069-6DD3-47E9-871C-9641EDD81033}" type="parTrans" cxnId="{C12E487C-7AED-4547-80CF-4CB6AE05F69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79D4A2-7CF5-43B3-84B2-93F8D2F51003}" type="sibTrans" cxnId="{C12E487C-7AED-4547-80CF-4CB6AE05F69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F36F72-B47F-400B-A67B-57124BBBEDA1}">
      <dgm:prSet phldrT="[Texto]" custT="1"/>
      <dgm:spPr/>
      <dgm:t>
        <a:bodyPr/>
        <a:lstStyle/>
        <a:p>
          <a:r>
            <a:rPr lang="es-MX" sz="1600" b="1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se entrenan.</a:t>
          </a:r>
        </a:p>
      </dgm:t>
    </dgm:pt>
    <dgm:pt modelId="{CC88E44C-6CF3-471C-9C9C-56B72B175614}" type="parTrans" cxnId="{740769E0-B4B7-415A-BE3C-608A70EA4165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EA32C4-09F8-4F06-AEF4-B4DCEB1C55C2}" type="sibTrans" cxnId="{740769E0-B4B7-415A-BE3C-608A70EA4165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56ABB0-D519-40C4-85EB-33DDF950D373}">
      <dgm:prSet phldrT="[Texto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aprenden en el tiempo</a:t>
          </a:r>
        </a:p>
      </dgm:t>
    </dgm:pt>
    <dgm:pt modelId="{FF6EFDEF-E431-4348-9A43-118A97BCA135}" type="parTrans" cxnId="{63E65957-6F89-4002-850B-30CB82DAE04B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D43E46-D18E-4F6F-AB58-40FAFDC33EBC}" type="sibTrans" cxnId="{63E65957-6F89-4002-850B-30CB82DAE04B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FDA5FC-C5B9-4576-88BA-0E362B8E22D0}">
      <dgm:prSet phldrT="[Texto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forma en la que realizan las predicciones.</a:t>
          </a:r>
        </a:p>
      </dgm:t>
    </dgm:pt>
    <dgm:pt modelId="{FD792D84-D8EA-4AAD-9FC0-C500D12B95CD}" type="parTrans" cxnId="{230F5210-2F5E-4001-80ED-C280C766AB73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FA005D-0F55-45B6-B73E-0C308DE7EEBB}" type="sibTrans" cxnId="{230F5210-2F5E-4001-80ED-C280C766AB73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8374E1-DDE0-4C33-93D2-9B90478A4576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semi-supervisado</a:t>
          </a:r>
          <a:endParaRPr lang="es-MX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0800B6-6502-467A-BAFB-8AAFD793BF23}" type="parTrans" cxnId="{EE643218-A4C6-4952-8CB9-C3D4053255B8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25E82E-095D-4D52-944A-53BFABB4C0A3}" type="sibTrans" cxnId="{EE643218-A4C6-4952-8CB9-C3D4053255B8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A26B06-391B-44B1-A373-0E98B047DBA2}">
      <dgm:prSet custT="1"/>
      <dgm:spPr/>
      <dgm:t>
        <a:bodyPr/>
        <a:lstStyle/>
        <a:p>
          <a:r>
            <a:rPr lang="es-MX" sz="1600" b="1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Aprendizaje supervisado</a:t>
          </a:r>
        </a:p>
      </dgm:t>
    </dgm:pt>
    <dgm:pt modelId="{B3A5228F-B664-4169-9D8E-19952328FADC}" type="parTrans" cxnId="{E15C4EDA-C7FA-4DA0-A61C-E526EA0FCDA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591F43-4492-44BE-B50D-69944D1DD8EC}" type="sibTrans" cxnId="{E15C4EDA-C7FA-4DA0-A61C-E526EA0FCDA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1B274A-26D4-4EC3-BEEE-185D293F0C76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no supervisado</a:t>
          </a:r>
        </a:p>
      </dgm:t>
    </dgm:pt>
    <dgm:pt modelId="{0AA00BE7-4F15-49E2-BB0C-9BB03AEA3790}" type="parTrans" cxnId="{2084AE31-047D-4C7C-9124-E2857E4AD102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2A317F-B8A7-4E87-B722-EC5D38F41CDA}" type="sibTrans" cxnId="{2084AE31-047D-4C7C-9124-E2857E4AD102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F2A933-33DB-4184-956E-C1852D8DA30B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reforzado</a:t>
          </a:r>
        </a:p>
      </dgm:t>
    </dgm:pt>
    <dgm:pt modelId="{D530E9CE-86B5-420D-84D2-77007EB4483E}" type="parTrans" cxnId="{1C727105-D5EF-4AF9-B75F-92AF573958E1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9EC40F-9486-4795-9DDC-F1A43773709B}" type="sibTrans" cxnId="{1C727105-D5EF-4AF9-B75F-92AF573958E1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11234C-0C4E-43DB-BCEE-24691BD7EB61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online</a:t>
          </a:r>
        </a:p>
      </dgm:t>
    </dgm:pt>
    <dgm:pt modelId="{6F30892B-F5C7-46B5-8FAB-68F7C944406A}" type="parTrans" cxnId="{C1192981-6BC0-4C6B-BD5E-E2C967365360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59D22F-2827-427F-BF8F-FB78473CBD14}" type="sibTrans" cxnId="{C1192981-6BC0-4C6B-BD5E-E2C967365360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CF1740-7CB6-4B7F-B57F-28E90B3D9207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batch</a:t>
          </a:r>
          <a:endParaRPr lang="es-MX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18A529-9F22-4180-9166-25E5899EB060}" type="parTrans" cxnId="{106208F7-8B7A-4363-86A5-50C73570BF27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2690B7-7DDC-49CB-8EC0-606257B2DDF7}" type="sibTrans" cxnId="{106208F7-8B7A-4363-86A5-50C73570BF27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F9FEA3-F923-431B-A0DD-EEFC69C548E3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instancias</a:t>
          </a:r>
        </a:p>
      </dgm:t>
    </dgm:pt>
    <dgm:pt modelId="{5B45BFE4-D394-41F6-AF93-A78EC97681D6}" type="parTrans" cxnId="{B6B405C1-0969-402A-829D-F871D67E472C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D9EF02-605C-4BA1-897D-69515CB4DCE3}" type="sibTrans" cxnId="{B6B405C1-0969-402A-829D-F871D67E472C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966B12-9A45-4EFD-858B-A131EC5A54EE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modelos</a:t>
          </a:r>
        </a:p>
      </dgm:t>
    </dgm:pt>
    <dgm:pt modelId="{52EF06BB-E3E3-43AE-B8B2-01A3E2829C63}" type="parTrans" cxnId="{53A300D1-BD61-444B-BF2D-FBF525A68CE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F4746C-F2ED-40F8-A14E-F29E7F1AE2C0}" type="sibTrans" cxnId="{53A300D1-BD61-444B-BF2D-FBF525A68CE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CB12F8-3F1F-41D9-9F5A-889DCBBD52C4}" type="pres">
      <dgm:prSet presAssocID="{345EDC09-830F-4573-8293-9BBBE17E2C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F01239-EB28-46FA-BFF7-F1EAD17A61EB}" type="pres">
      <dgm:prSet presAssocID="{B6A7E729-8622-4F59-912E-E3AC9C267DEE}" presName="hierRoot1" presStyleCnt="0">
        <dgm:presLayoutVars>
          <dgm:hierBranch val="init"/>
        </dgm:presLayoutVars>
      </dgm:prSet>
      <dgm:spPr/>
    </dgm:pt>
    <dgm:pt modelId="{5920BADB-111E-42AF-AB75-ADFE7805A26E}" type="pres">
      <dgm:prSet presAssocID="{B6A7E729-8622-4F59-912E-E3AC9C267DEE}" presName="rootComposite1" presStyleCnt="0"/>
      <dgm:spPr/>
    </dgm:pt>
    <dgm:pt modelId="{DF625704-958B-443E-B601-7587CFCA3232}" type="pres">
      <dgm:prSet presAssocID="{B6A7E729-8622-4F59-912E-E3AC9C267DEE}" presName="rootText1" presStyleLbl="node0" presStyleIdx="0" presStyleCnt="1" custScaleY="176622">
        <dgm:presLayoutVars>
          <dgm:chPref val="3"/>
        </dgm:presLayoutVars>
      </dgm:prSet>
      <dgm:spPr/>
    </dgm:pt>
    <dgm:pt modelId="{9016968E-1693-4B88-A286-0E0545F8C22F}" type="pres">
      <dgm:prSet presAssocID="{B6A7E729-8622-4F59-912E-E3AC9C267DEE}" presName="rootConnector1" presStyleLbl="node1" presStyleIdx="0" presStyleCnt="0"/>
      <dgm:spPr/>
    </dgm:pt>
    <dgm:pt modelId="{F6243BFE-70A8-4F94-8DE9-12F4E39C68C3}" type="pres">
      <dgm:prSet presAssocID="{B6A7E729-8622-4F59-912E-E3AC9C267DEE}" presName="hierChild2" presStyleCnt="0"/>
      <dgm:spPr/>
    </dgm:pt>
    <dgm:pt modelId="{97EAE5B3-BDC8-48FA-89A5-39B4A4335A71}" type="pres">
      <dgm:prSet presAssocID="{CC88E44C-6CF3-471C-9C9C-56B72B175614}" presName="Name64" presStyleLbl="parChTrans1D2" presStyleIdx="0" presStyleCnt="3"/>
      <dgm:spPr/>
    </dgm:pt>
    <dgm:pt modelId="{095B3CF7-7A4A-4388-AF97-AF9993A9CAE8}" type="pres">
      <dgm:prSet presAssocID="{6EF36F72-B47F-400B-A67B-57124BBBEDA1}" presName="hierRoot2" presStyleCnt="0">
        <dgm:presLayoutVars>
          <dgm:hierBranch val="init"/>
        </dgm:presLayoutVars>
      </dgm:prSet>
      <dgm:spPr/>
    </dgm:pt>
    <dgm:pt modelId="{8926A5CA-8CC7-4889-816E-6E5C367A585A}" type="pres">
      <dgm:prSet presAssocID="{6EF36F72-B47F-400B-A67B-57124BBBEDA1}" presName="rootComposite" presStyleCnt="0"/>
      <dgm:spPr/>
    </dgm:pt>
    <dgm:pt modelId="{A179FFB5-7F63-4FA1-8737-9B6FA8F6B014}" type="pres">
      <dgm:prSet presAssocID="{6EF36F72-B47F-400B-A67B-57124BBBEDA1}" presName="rootText" presStyleLbl="node2" presStyleIdx="0" presStyleCnt="3" custScaleX="329939" custScaleY="173824">
        <dgm:presLayoutVars>
          <dgm:chPref val="3"/>
        </dgm:presLayoutVars>
      </dgm:prSet>
      <dgm:spPr/>
    </dgm:pt>
    <dgm:pt modelId="{047FB029-559A-43A9-9510-D3974FDF91C4}" type="pres">
      <dgm:prSet presAssocID="{6EF36F72-B47F-400B-A67B-57124BBBEDA1}" presName="rootConnector" presStyleLbl="node2" presStyleIdx="0" presStyleCnt="3"/>
      <dgm:spPr/>
    </dgm:pt>
    <dgm:pt modelId="{88004E68-128C-47F8-BA75-4C8AA8670250}" type="pres">
      <dgm:prSet presAssocID="{6EF36F72-B47F-400B-A67B-57124BBBEDA1}" presName="hierChild4" presStyleCnt="0"/>
      <dgm:spPr/>
    </dgm:pt>
    <dgm:pt modelId="{CBE2BD9C-1836-4761-B8B4-ECB61CDCC04F}" type="pres">
      <dgm:prSet presAssocID="{B3A5228F-B664-4169-9D8E-19952328FADC}" presName="Name64" presStyleLbl="parChTrans1D3" presStyleIdx="0" presStyleCnt="8"/>
      <dgm:spPr/>
    </dgm:pt>
    <dgm:pt modelId="{CB672109-3AE5-4769-B906-B89BE2EC158A}" type="pres">
      <dgm:prSet presAssocID="{35A26B06-391B-44B1-A373-0E98B047DBA2}" presName="hierRoot2" presStyleCnt="0">
        <dgm:presLayoutVars>
          <dgm:hierBranch val="init"/>
        </dgm:presLayoutVars>
      </dgm:prSet>
      <dgm:spPr/>
    </dgm:pt>
    <dgm:pt modelId="{9DF05A5C-217E-4A89-82B9-07AF8D437879}" type="pres">
      <dgm:prSet presAssocID="{35A26B06-391B-44B1-A373-0E98B047DBA2}" presName="rootComposite" presStyleCnt="0"/>
      <dgm:spPr/>
    </dgm:pt>
    <dgm:pt modelId="{0F9FA7AE-D286-47DA-BD67-76E6C7154B21}" type="pres">
      <dgm:prSet presAssocID="{35A26B06-391B-44B1-A373-0E98B047DBA2}" presName="rootText" presStyleLbl="node3" presStyleIdx="0" presStyleCnt="8" custScaleX="217694">
        <dgm:presLayoutVars>
          <dgm:chPref val="3"/>
        </dgm:presLayoutVars>
      </dgm:prSet>
      <dgm:spPr/>
    </dgm:pt>
    <dgm:pt modelId="{81A79797-378F-4A6E-8C3C-6EC374357C7D}" type="pres">
      <dgm:prSet presAssocID="{35A26B06-391B-44B1-A373-0E98B047DBA2}" presName="rootConnector" presStyleLbl="node3" presStyleIdx="0" presStyleCnt="8"/>
      <dgm:spPr/>
    </dgm:pt>
    <dgm:pt modelId="{AFDB5BC5-8757-4CB2-8582-A40C7EC328C4}" type="pres">
      <dgm:prSet presAssocID="{35A26B06-391B-44B1-A373-0E98B047DBA2}" presName="hierChild4" presStyleCnt="0"/>
      <dgm:spPr/>
    </dgm:pt>
    <dgm:pt modelId="{B86E7F16-4BA2-4B75-A0A1-BBC0B0110CEC}" type="pres">
      <dgm:prSet presAssocID="{35A26B06-391B-44B1-A373-0E98B047DBA2}" presName="hierChild5" presStyleCnt="0"/>
      <dgm:spPr/>
    </dgm:pt>
    <dgm:pt modelId="{B0F7ECC3-BBB2-4218-BA2C-DA57005B38EE}" type="pres">
      <dgm:prSet presAssocID="{0AA00BE7-4F15-49E2-BB0C-9BB03AEA3790}" presName="Name64" presStyleLbl="parChTrans1D3" presStyleIdx="1" presStyleCnt="8"/>
      <dgm:spPr/>
    </dgm:pt>
    <dgm:pt modelId="{F5EC9305-27A8-478A-A85A-5BEB9DF8AE02}" type="pres">
      <dgm:prSet presAssocID="{2D1B274A-26D4-4EC3-BEEE-185D293F0C76}" presName="hierRoot2" presStyleCnt="0">
        <dgm:presLayoutVars>
          <dgm:hierBranch val="init"/>
        </dgm:presLayoutVars>
      </dgm:prSet>
      <dgm:spPr/>
    </dgm:pt>
    <dgm:pt modelId="{3F33E074-E614-4AE9-9A54-9FA5C5B1612C}" type="pres">
      <dgm:prSet presAssocID="{2D1B274A-26D4-4EC3-BEEE-185D293F0C76}" presName="rootComposite" presStyleCnt="0"/>
      <dgm:spPr/>
    </dgm:pt>
    <dgm:pt modelId="{AD650519-E2E9-499C-B4A6-9B0CD41533A5}" type="pres">
      <dgm:prSet presAssocID="{2D1B274A-26D4-4EC3-BEEE-185D293F0C76}" presName="rootText" presStyleLbl="node3" presStyleIdx="1" presStyleCnt="8" custScaleX="217694">
        <dgm:presLayoutVars>
          <dgm:chPref val="3"/>
        </dgm:presLayoutVars>
      </dgm:prSet>
      <dgm:spPr/>
    </dgm:pt>
    <dgm:pt modelId="{D7F6C195-6FBA-4D51-87AF-46DE39F3639D}" type="pres">
      <dgm:prSet presAssocID="{2D1B274A-26D4-4EC3-BEEE-185D293F0C76}" presName="rootConnector" presStyleLbl="node3" presStyleIdx="1" presStyleCnt="8"/>
      <dgm:spPr/>
    </dgm:pt>
    <dgm:pt modelId="{FD27B366-CAB5-4FE6-8FB1-C827D9695935}" type="pres">
      <dgm:prSet presAssocID="{2D1B274A-26D4-4EC3-BEEE-185D293F0C76}" presName="hierChild4" presStyleCnt="0"/>
      <dgm:spPr/>
    </dgm:pt>
    <dgm:pt modelId="{BB2CE06E-E417-4902-AFC1-9E82BC214347}" type="pres">
      <dgm:prSet presAssocID="{2D1B274A-26D4-4EC3-BEEE-185D293F0C76}" presName="hierChild5" presStyleCnt="0"/>
      <dgm:spPr/>
    </dgm:pt>
    <dgm:pt modelId="{63BC62C3-0508-43BB-8E85-9BDD97B7A212}" type="pres">
      <dgm:prSet presAssocID="{F70800B6-6502-467A-BAFB-8AAFD793BF23}" presName="Name64" presStyleLbl="parChTrans1D3" presStyleIdx="2" presStyleCnt="8"/>
      <dgm:spPr/>
    </dgm:pt>
    <dgm:pt modelId="{813DBAE2-AFFF-4D6F-9951-4589A3B8C779}" type="pres">
      <dgm:prSet presAssocID="{1D8374E1-DDE0-4C33-93D2-9B90478A4576}" presName="hierRoot2" presStyleCnt="0">
        <dgm:presLayoutVars>
          <dgm:hierBranch val="init"/>
        </dgm:presLayoutVars>
      </dgm:prSet>
      <dgm:spPr/>
    </dgm:pt>
    <dgm:pt modelId="{551581C3-6C60-4701-83FB-A60221100319}" type="pres">
      <dgm:prSet presAssocID="{1D8374E1-DDE0-4C33-93D2-9B90478A4576}" presName="rootComposite" presStyleCnt="0"/>
      <dgm:spPr/>
    </dgm:pt>
    <dgm:pt modelId="{4D757F85-76E2-4401-8546-D4C786C497D3}" type="pres">
      <dgm:prSet presAssocID="{1D8374E1-DDE0-4C33-93D2-9B90478A4576}" presName="rootText" presStyleLbl="node3" presStyleIdx="2" presStyleCnt="8" custScaleX="217694">
        <dgm:presLayoutVars>
          <dgm:chPref val="3"/>
        </dgm:presLayoutVars>
      </dgm:prSet>
      <dgm:spPr/>
    </dgm:pt>
    <dgm:pt modelId="{9813AE4F-E475-4803-9062-F8F4460D38D4}" type="pres">
      <dgm:prSet presAssocID="{1D8374E1-DDE0-4C33-93D2-9B90478A4576}" presName="rootConnector" presStyleLbl="node3" presStyleIdx="2" presStyleCnt="8"/>
      <dgm:spPr/>
    </dgm:pt>
    <dgm:pt modelId="{88593DE4-274A-4CA8-BFCD-3BAC3B30EF34}" type="pres">
      <dgm:prSet presAssocID="{1D8374E1-DDE0-4C33-93D2-9B90478A4576}" presName="hierChild4" presStyleCnt="0"/>
      <dgm:spPr/>
    </dgm:pt>
    <dgm:pt modelId="{30B07B8D-56BD-4D41-A4CF-AC3CF55602AE}" type="pres">
      <dgm:prSet presAssocID="{1D8374E1-DDE0-4C33-93D2-9B90478A4576}" presName="hierChild5" presStyleCnt="0"/>
      <dgm:spPr/>
    </dgm:pt>
    <dgm:pt modelId="{6841EEA9-AF27-4B13-B454-85D4D88A0B0D}" type="pres">
      <dgm:prSet presAssocID="{D530E9CE-86B5-420D-84D2-77007EB4483E}" presName="Name64" presStyleLbl="parChTrans1D3" presStyleIdx="3" presStyleCnt="8"/>
      <dgm:spPr/>
    </dgm:pt>
    <dgm:pt modelId="{D612ECDB-2596-4F46-B758-9833842F354A}" type="pres">
      <dgm:prSet presAssocID="{FBF2A933-33DB-4184-956E-C1852D8DA30B}" presName="hierRoot2" presStyleCnt="0">
        <dgm:presLayoutVars>
          <dgm:hierBranch val="init"/>
        </dgm:presLayoutVars>
      </dgm:prSet>
      <dgm:spPr/>
    </dgm:pt>
    <dgm:pt modelId="{064D65FC-9F19-405C-BCF9-64FCA195EB59}" type="pres">
      <dgm:prSet presAssocID="{FBF2A933-33DB-4184-956E-C1852D8DA30B}" presName="rootComposite" presStyleCnt="0"/>
      <dgm:spPr/>
    </dgm:pt>
    <dgm:pt modelId="{882B3277-ED56-4AB7-917D-766694C87425}" type="pres">
      <dgm:prSet presAssocID="{FBF2A933-33DB-4184-956E-C1852D8DA30B}" presName="rootText" presStyleLbl="node3" presStyleIdx="3" presStyleCnt="8" custScaleX="217694">
        <dgm:presLayoutVars>
          <dgm:chPref val="3"/>
        </dgm:presLayoutVars>
      </dgm:prSet>
      <dgm:spPr/>
    </dgm:pt>
    <dgm:pt modelId="{CFB7D4D4-4E55-47CE-849C-5865ADF6F9E3}" type="pres">
      <dgm:prSet presAssocID="{FBF2A933-33DB-4184-956E-C1852D8DA30B}" presName="rootConnector" presStyleLbl="node3" presStyleIdx="3" presStyleCnt="8"/>
      <dgm:spPr/>
    </dgm:pt>
    <dgm:pt modelId="{D5B902BF-60FA-40C1-8EA5-D3811BD82FB0}" type="pres">
      <dgm:prSet presAssocID="{FBF2A933-33DB-4184-956E-C1852D8DA30B}" presName="hierChild4" presStyleCnt="0"/>
      <dgm:spPr/>
    </dgm:pt>
    <dgm:pt modelId="{6ED625C6-C0C5-4940-966A-B29027C17861}" type="pres">
      <dgm:prSet presAssocID="{FBF2A933-33DB-4184-956E-C1852D8DA30B}" presName="hierChild5" presStyleCnt="0"/>
      <dgm:spPr/>
    </dgm:pt>
    <dgm:pt modelId="{ED138C1F-C24D-4E92-82F4-33342BEBAC44}" type="pres">
      <dgm:prSet presAssocID="{6EF36F72-B47F-400B-A67B-57124BBBEDA1}" presName="hierChild5" presStyleCnt="0"/>
      <dgm:spPr/>
    </dgm:pt>
    <dgm:pt modelId="{F32FBA46-6086-43BA-9E92-01020FB8BDAF}" type="pres">
      <dgm:prSet presAssocID="{FF6EFDEF-E431-4348-9A43-118A97BCA135}" presName="Name64" presStyleLbl="parChTrans1D2" presStyleIdx="1" presStyleCnt="3"/>
      <dgm:spPr/>
    </dgm:pt>
    <dgm:pt modelId="{7257F409-682F-4103-A510-0C26327E8932}" type="pres">
      <dgm:prSet presAssocID="{A656ABB0-D519-40C4-85EB-33DDF950D373}" presName="hierRoot2" presStyleCnt="0">
        <dgm:presLayoutVars>
          <dgm:hierBranch val="init"/>
        </dgm:presLayoutVars>
      </dgm:prSet>
      <dgm:spPr/>
    </dgm:pt>
    <dgm:pt modelId="{88458120-2700-4184-8DE8-FF6DBEE2093F}" type="pres">
      <dgm:prSet presAssocID="{A656ABB0-D519-40C4-85EB-33DDF950D373}" presName="rootComposite" presStyleCnt="0"/>
      <dgm:spPr/>
    </dgm:pt>
    <dgm:pt modelId="{E21C6802-6609-48CC-A5CA-49220B4BF6E7}" type="pres">
      <dgm:prSet presAssocID="{A656ABB0-D519-40C4-85EB-33DDF950D373}" presName="rootText" presStyleLbl="node2" presStyleIdx="1" presStyleCnt="3" custScaleX="329939" custScaleY="173824">
        <dgm:presLayoutVars>
          <dgm:chPref val="3"/>
        </dgm:presLayoutVars>
      </dgm:prSet>
      <dgm:spPr/>
    </dgm:pt>
    <dgm:pt modelId="{36A9EB82-7B7E-4569-A5E9-67A3B7AECDDB}" type="pres">
      <dgm:prSet presAssocID="{A656ABB0-D519-40C4-85EB-33DDF950D373}" presName="rootConnector" presStyleLbl="node2" presStyleIdx="1" presStyleCnt="3"/>
      <dgm:spPr/>
    </dgm:pt>
    <dgm:pt modelId="{D8E323E9-15A4-4B20-9848-DEE50AD27FE0}" type="pres">
      <dgm:prSet presAssocID="{A656ABB0-D519-40C4-85EB-33DDF950D373}" presName="hierChild4" presStyleCnt="0"/>
      <dgm:spPr/>
    </dgm:pt>
    <dgm:pt modelId="{AC8C9E01-1B78-464E-9F19-D0436D2234C8}" type="pres">
      <dgm:prSet presAssocID="{6F30892B-F5C7-46B5-8FAB-68F7C944406A}" presName="Name64" presStyleLbl="parChTrans1D3" presStyleIdx="4" presStyleCnt="8"/>
      <dgm:spPr/>
    </dgm:pt>
    <dgm:pt modelId="{9627637D-E7E5-469C-9564-E69A601C72A2}" type="pres">
      <dgm:prSet presAssocID="{6B11234C-0C4E-43DB-BCEE-24691BD7EB61}" presName="hierRoot2" presStyleCnt="0">
        <dgm:presLayoutVars>
          <dgm:hierBranch val="init"/>
        </dgm:presLayoutVars>
      </dgm:prSet>
      <dgm:spPr/>
    </dgm:pt>
    <dgm:pt modelId="{5CC9EAB2-8D6F-40E0-9225-344707C7685B}" type="pres">
      <dgm:prSet presAssocID="{6B11234C-0C4E-43DB-BCEE-24691BD7EB61}" presName="rootComposite" presStyleCnt="0"/>
      <dgm:spPr/>
    </dgm:pt>
    <dgm:pt modelId="{83D3B684-AB33-4E1B-A73D-9A3F6EC5C6A4}" type="pres">
      <dgm:prSet presAssocID="{6B11234C-0C4E-43DB-BCEE-24691BD7EB61}" presName="rootText" presStyleLbl="node3" presStyleIdx="4" presStyleCnt="8" custScaleX="217694">
        <dgm:presLayoutVars>
          <dgm:chPref val="3"/>
        </dgm:presLayoutVars>
      </dgm:prSet>
      <dgm:spPr/>
    </dgm:pt>
    <dgm:pt modelId="{9DD74570-A30A-41B4-B126-542D350811EE}" type="pres">
      <dgm:prSet presAssocID="{6B11234C-0C4E-43DB-BCEE-24691BD7EB61}" presName="rootConnector" presStyleLbl="node3" presStyleIdx="4" presStyleCnt="8"/>
      <dgm:spPr/>
    </dgm:pt>
    <dgm:pt modelId="{6DBC297E-A641-4E15-A3DD-95F46510C4E1}" type="pres">
      <dgm:prSet presAssocID="{6B11234C-0C4E-43DB-BCEE-24691BD7EB61}" presName="hierChild4" presStyleCnt="0"/>
      <dgm:spPr/>
    </dgm:pt>
    <dgm:pt modelId="{64E34590-BE7D-404A-806E-422F9A1E351D}" type="pres">
      <dgm:prSet presAssocID="{6B11234C-0C4E-43DB-BCEE-24691BD7EB61}" presName="hierChild5" presStyleCnt="0"/>
      <dgm:spPr/>
    </dgm:pt>
    <dgm:pt modelId="{E169BC9C-52D2-4CE0-9DE2-BB9A4BE1371B}" type="pres">
      <dgm:prSet presAssocID="{F918A529-9F22-4180-9166-25E5899EB060}" presName="Name64" presStyleLbl="parChTrans1D3" presStyleIdx="5" presStyleCnt="8"/>
      <dgm:spPr/>
    </dgm:pt>
    <dgm:pt modelId="{FF1BC4AA-1CF5-4C8F-9043-B103C3A8E709}" type="pres">
      <dgm:prSet presAssocID="{BACF1740-7CB6-4B7F-B57F-28E90B3D9207}" presName="hierRoot2" presStyleCnt="0">
        <dgm:presLayoutVars>
          <dgm:hierBranch val="init"/>
        </dgm:presLayoutVars>
      </dgm:prSet>
      <dgm:spPr/>
    </dgm:pt>
    <dgm:pt modelId="{F6879C67-477A-46E7-A2F8-8AFD818E7825}" type="pres">
      <dgm:prSet presAssocID="{BACF1740-7CB6-4B7F-B57F-28E90B3D9207}" presName="rootComposite" presStyleCnt="0"/>
      <dgm:spPr/>
    </dgm:pt>
    <dgm:pt modelId="{506A934E-9122-44D5-980C-1F1E8ABA9FE0}" type="pres">
      <dgm:prSet presAssocID="{BACF1740-7CB6-4B7F-B57F-28E90B3D9207}" presName="rootText" presStyleLbl="node3" presStyleIdx="5" presStyleCnt="8" custScaleX="217694">
        <dgm:presLayoutVars>
          <dgm:chPref val="3"/>
        </dgm:presLayoutVars>
      </dgm:prSet>
      <dgm:spPr/>
    </dgm:pt>
    <dgm:pt modelId="{BFBC35F0-1C4D-4286-B61D-BDB62D777FA0}" type="pres">
      <dgm:prSet presAssocID="{BACF1740-7CB6-4B7F-B57F-28E90B3D9207}" presName="rootConnector" presStyleLbl="node3" presStyleIdx="5" presStyleCnt="8"/>
      <dgm:spPr/>
    </dgm:pt>
    <dgm:pt modelId="{39A23141-FCF2-42E9-8F1C-D87F9C0882F3}" type="pres">
      <dgm:prSet presAssocID="{BACF1740-7CB6-4B7F-B57F-28E90B3D9207}" presName="hierChild4" presStyleCnt="0"/>
      <dgm:spPr/>
    </dgm:pt>
    <dgm:pt modelId="{F5EDB537-DEA4-4512-A6F9-ABE26660D6D0}" type="pres">
      <dgm:prSet presAssocID="{BACF1740-7CB6-4B7F-B57F-28E90B3D9207}" presName="hierChild5" presStyleCnt="0"/>
      <dgm:spPr/>
    </dgm:pt>
    <dgm:pt modelId="{C3481A50-8924-466D-A523-793E508A7C84}" type="pres">
      <dgm:prSet presAssocID="{A656ABB0-D519-40C4-85EB-33DDF950D373}" presName="hierChild5" presStyleCnt="0"/>
      <dgm:spPr/>
    </dgm:pt>
    <dgm:pt modelId="{9E3093CA-2746-4387-8456-67CD9C76A59D}" type="pres">
      <dgm:prSet presAssocID="{FD792D84-D8EA-4AAD-9FC0-C500D12B95CD}" presName="Name64" presStyleLbl="parChTrans1D2" presStyleIdx="2" presStyleCnt="3"/>
      <dgm:spPr/>
    </dgm:pt>
    <dgm:pt modelId="{E23838BC-1B8B-4929-9928-225E20FA6942}" type="pres">
      <dgm:prSet presAssocID="{CAFDA5FC-C5B9-4576-88BA-0E362B8E22D0}" presName="hierRoot2" presStyleCnt="0">
        <dgm:presLayoutVars>
          <dgm:hierBranch val="init"/>
        </dgm:presLayoutVars>
      </dgm:prSet>
      <dgm:spPr/>
    </dgm:pt>
    <dgm:pt modelId="{FE09A3E2-311F-446E-A929-345F3855837C}" type="pres">
      <dgm:prSet presAssocID="{CAFDA5FC-C5B9-4576-88BA-0E362B8E22D0}" presName="rootComposite" presStyleCnt="0"/>
      <dgm:spPr/>
    </dgm:pt>
    <dgm:pt modelId="{C30E2307-CA56-4E71-B216-39A9992A7F9A}" type="pres">
      <dgm:prSet presAssocID="{CAFDA5FC-C5B9-4576-88BA-0E362B8E22D0}" presName="rootText" presStyleLbl="node2" presStyleIdx="2" presStyleCnt="3" custScaleX="329939" custScaleY="173824">
        <dgm:presLayoutVars>
          <dgm:chPref val="3"/>
        </dgm:presLayoutVars>
      </dgm:prSet>
      <dgm:spPr/>
    </dgm:pt>
    <dgm:pt modelId="{16F03B3D-0779-4798-860A-AA6587ACA8D5}" type="pres">
      <dgm:prSet presAssocID="{CAFDA5FC-C5B9-4576-88BA-0E362B8E22D0}" presName="rootConnector" presStyleLbl="node2" presStyleIdx="2" presStyleCnt="3"/>
      <dgm:spPr/>
    </dgm:pt>
    <dgm:pt modelId="{52207BC3-31A1-4A78-94E9-5A403EB12414}" type="pres">
      <dgm:prSet presAssocID="{CAFDA5FC-C5B9-4576-88BA-0E362B8E22D0}" presName="hierChild4" presStyleCnt="0"/>
      <dgm:spPr/>
    </dgm:pt>
    <dgm:pt modelId="{A1948ECD-8499-465B-A0EF-AF37ECCD5F0C}" type="pres">
      <dgm:prSet presAssocID="{5B45BFE4-D394-41F6-AF93-A78EC97681D6}" presName="Name64" presStyleLbl="parChTrans1D3" presStyleIdx="6" presStyleCnt="8"/>
      <dgm:spPr/>
    </dgm:pt>
    <dgm:pt modelId="{7AD84192-556F-4F60-8290-0623E5726601}" type="pres">
      <dgm:prSet presAssocID="{87F9FEA3-F923-431B-A0DD-EEFC69C548E3}" presName="hierRoot2" presStyleCnt="0">
        <dgm:presLayoutVars>
          <dgm:hierBranch val="init"/>
        </dgm:presLayoutVars>
      </dgm:prSet>
      <dgm:spPr/>
    </dgm:pt>
    <dgm:pt modelId="{FDC7A767-2C39-4C07-AFD2-AD4EF5DD6322}" type="pres">
      <dgm:prSet presAssocID="{87F9FEA3-F923-431B-A0DD-EEFC69C548E3}" presName="rootComposite" presStyleCnt="0"/>
      <dgm:spPr/>
    </dgm:pt>
    <dgm:pt modelId="{1E3769AD-57DD-4903-9E0F-ABB8E506CEAB}" type="pres">
      <dgm:prSet presAssocID="{87F9FEA3-F923-431B-A0DD-EEFC69C548E3}" presName="rootText" presStyleLbl="node3" presStyleIdx="6" presStyleCnt="8" custScaleX="217694">
        <dgm:presLayoutVars>
          <dgm:chPref val="3"/>
        </dgm:presLayoutVars>
      </dgm:prSet>
      <dgm:spPr/>
    </dgm:pt>
    <dgm:pt modelId="{BD451A7D-61A2-418F-98A2-75CA30EAF29D}" type="pres">
      <dgm:prSet presAssocID="{87F9FEA3-F923-431B-A0DD-EEFC69C548E3}" presName="rootConnector" presStyleLbl="node3" presStyleIdx="6" presStyleCnt="8"/>
      <dgm:spPr/>
    </dgm:pt>
    <dgm:pt modelId="{36C6DF87-2D92-4901-B2E8-19BD9B932F6F}" type="pres">
      <dgm:prSet presAssocID="{87F9FEA3-F923-431B-A0DD-EEFC69C548E3}" presName="hierChild4" presStyleCnt="0"/>
      <dgm:spPr/>
    </dgm:pt>
    <dgm:pt modelId="{83D26F46-9A8C-4CA8-80D9-642005813348}" type="pres">
      <dgm:prSet presAssocID="{87F9FEA3-F923-431B-A0DD-EEFC69C548E3}" presName="hierChild5" presStyleCnt="0"/>
      <dgm:spPr/>
    </dgm:pt>
    <dgm:pt modelId="{AD5FB33D-CE83-46F1-AEA1-0E7790BBED6D}" type="pres">
      <dgm:prSet presAssocID="{52EF06BB-E3E3-43AE-B8B2-01A3E2829C63}" presName="Name64" presStyleLbl="parChTrans1D3" presStyleIdx="7" presStyleCnt="8"/>
      <dgm:spPr/>
    </dgm:pt>
    <dgm:pt modelId="{9FD39214-D79B-469A-822E-8C39BA0055B4}" type="pres">
      <dgm:prSet presAssocID="{5D966B12-9A45-4EFD-858B-A131EC5A54EE}" presName="hierRoot2" presStyleCnt="0">
        <dgm:presLayoutVars>
          <dgm:hierBranch val="init"/>
        </dgm:presLayoutVars>
      </dgm:prSet>
      <dgm:spPr/>
    </dgm:pt>
    <dgm:pt modelId="{7AC719DC-0C5B-4C17-87B4-2EAD4212EB2B}" type="pres">
      <dgm:prSet presAssocID="{5D966B12-9A45-4EFD-858B-A131EC5A54EE}" presName="rootComposite" presStyleCnt="0"/>
      <dgm:spPr/>
    </dgm:pt>
    <dgm:pt modelId="{A4719B0A-D40C-428E-BABF-C5ADA9F96F4F}" type="pres">
      <dgm:prSet presAssocID="{5D966B12-9A45-4EFD-858B-A131EC5A54EE}" presName="rootText" presStyleLbl="node3" presStyleIdx="7" presStyleCnt="8" custScaleX="217694">
        <dgm:presLayoutVars>
          <dgm:chPref val="3"/>
        </dgm:presLayoutVars>
      </dgm:prSet>
      <dgm:spPr/>
    </dgm:pt>
    <dgm:pt modelId="{7C4ED67C-8841-4ACC-93C7-396D5BAF3F14}" type="pres">
      <dgm:prSet presAssocID="{5D966B12-9A45-4EFD-858B-A131EC5A54EE}" presName="rootConnector" presStyleLbl="node3" presStyleIdx="7" presStyleCnt="8"/>
      <dgm:spPr/>
    </dgm:pt>
    <dgm:pt modelId="{2932BC5F-2100-49C0-9AB4-D0905BA4BC93}" type="pres">
      <dgm:prSet presAssocID="{5D966B12-9A45-4EFD-858B-A131EC5A54EE}" presName="hierChild4" presStyleCnt="0"/>
      <dgm:spPr/>
    </dgm:pt>
    <dgm:pt modelId="{06E59232-27B6-4A49-A2F6-CC949CC85EE8}" type="pres">
      <dgm:prSet presAssocID="{5D966B12-9A45-4EFD-858B-A131EC5A54EE}" presName="hierChild5" presStyleCnt="0"/>
      <dgm:spPr/>
    </dgm:pt>
    <dgm:pt modelId="{7DB373EA-180C-45D4-89BF-AABB68368EA2}" type="pres">
      <dgm:prSet presAssocID="{CAFDA5FC-C5B9-4576-88BA-0E362B8E22D0}" presName="hierChild5" presStyleCnt="0"/>
      <dgm:spPr/>
    </dgm:pt>
    <dgm:pt modelId="{FC5E702D-EE39-497D-A5CA-223F71D9F26F}" type="pres">
      <dgm:prSet presAssocID="{B6A7E729-8622-4F59-912E-E3AC9C267DEE}" presName="hierChild3" presStyleCnt="0"/>
      <dgm:spPr/>
    </dgm:pt>
  </dgm:ptLst>
  <dgm:cxnLst>
    <dgm:cxn modelId="{B5600701-C209-4531-89EB-47B399437B56}" type="presOf" srcId="{CAFDA5FC-C5B9-4576-88BA-0E362B8E22D0}" destId="{C30E2307-CA56-4E71-B216-39A9992A7F9A}" srcOrd="0" destOrd="0" presId="urn:microsoft.com/office/officeart/2009/3/layout/HorizontalOrganizationChart"/>
    <dgm:cxn modelId="{FCE9C801-26CC-4485-9718-620C669648FA}" type="presOf" srcId="{35A26B06-391B-44B1-A373-0E98B047DBA2}" destId="{81A79797-378F-4A6E-8C3C-6EC374357C7D}" srcOrd="1" destOrd="0" presId="urn:microsoft.com/office/officeart/2009/3/layout/HorizontalOrganizationChart"/>
    <dgm:cxn modelId="{DCF63702-5A6E-4221-9771-78B6749A76B2}" type="presOf" srcId="{6B11234C-0C4E-43DB-BCEE-24691BD7EB61}" destId="{9DD74570-A30A-41B4-B126-542D350811EE}" srcOrd="1" destOrd="0" presId="urn:microsoft.com/office/officeart/2009/3/layout/HorizontalOrganizationChart"/>
    <dgm:cxn modelId="{1C727105-D5EF-4AF9-B75F-92AF573958E1}" srcId="{6EF36F72-B47F-400B-A67B-57124BBBEDA1}" destId="{FBF2A933-33DB-4184-956E-C1852D8DA30B}" srcOrd="3" destOrd="0" parTransId="{D530E9CE-86B5-420D-84D2-77007EB4483E}" sibTransId="{549EC40F-9486-4795-9DDC-F1A43773709B}"/>
    <dgm:cxn modelId="{230F5210-2F5E-4001-80ED-C280C766AB73}" srcId="{B6A7E729-8622-4F59-912E-E3AC9C267DEE}" destId="{CAFDA5FC-C5B9-4576-88BA-0E362B8E22D0}" srcOrd="2" destOrd="0" parTransId="{FD792D84-D8EA-4AAD-9FC0-C500D12B95CD}" sibTransId="{F9FA005D-0F55-45B6-B73E-0C308DE7EEBB}"/>
    <dgm:cxn modelId="{AD30A010-FBE4-46BC-A658-E9DC00C1ECD4}" type="presOf" srcId="{1D8374E1-DDE0-4C33-93D2-9B90478A4576}" destId="{9813AE4F-E475-4803-9062-F8F4460D38D4}" srcOrd="1" destOrd="0" presId="urn:microsoft.com/office/officeart/2009/3/layout/HorizontalOrganizationChart"/>
    <dgm:cxn modelId="{EE643218-A4C6-4952-8CB9-C3D4053255B8}" srcId="{6EF36F72-B47F-400B-A67B-57124BBBEDA1}" destId="{1D8374E1-DDE0-4C33-93D2-9B90478A4576}" srcOrd="2" destOrd="0" parTransId="{F70800B6-6502-467A-BAFB-8AAFD793BF23}" sibTransId="{CB25E82E-095D-4D52-944A-53BFABB4C0A3}"/>
    <dgm:cxn modelId="{567CD819-28E3-4621-87A3-668AB9566467}" type="presOf" srcId="{5B45BFE4-D394-41F6-AF93-A78EC97681D6}" destId="{A1948ECD-8499-465B-A0EF-AF37ECCD5F0C}" srcOrd="0" destOrd="0" presId="urn:microsoft.com/office/officeart/2009/3/layout/HorizontalOrganizationChart"/>
    <dgm:cxn modelId="{9851251E-7571-4BBB-8538-78C7FD088CC9}" type="presOf" srcId="{35A26B06-391B-44B1-A373-0E98B047DBA2}" destId="{0F9FA7AE-D286-47DA-BD67-76E6C7154B21}" srcOrd="0" destOrd="0" presId="urn:microsoft.com/office/officeart/2009/3/layout/HorizontalOrganizationChart"/>
    <dgm:cxn modelId="{CC66692B-16C9-4DA2-9C8B-2760A02E2FA7}" type="presOf" srcId="{0AA00BE7-4F15-49E2-BB0C-9BB03AEA3790}" destId="{B0F7ECC3-BBB2-4218-BA2C-DA57005B38EE}" srcOrd="0" destOrd="0" presId="urn:microsoft.com/office/officeart/2009/3/layout/HorizontalOrganizationChart"/>
    <dgm:cxn modelId="{B3077B31-CA57-4DB7-80E4-C25B83313BB5}" type="presOf" srcId="{87F9FEA3-F923-431B-A0DD-EEFC69C548E3}" destId="{BD451A7D-61A2-418F-98A2-75CA30EAF29D}" srcOrd="1" destOrd="0" presId="urn:microsoft.com/office/officeart/2009/3/layout/HorizontalOrganizationChart"/>
    <dgm:cxn modelId="{2084AE31-047D-4C7C-9124-E2857E4AD102}" srcId="{6EF36F72-B47F-400B-A67B-57124BBBEDA1}" destId="{2D1B274A-26D4-4EC3-BEEE-185D293F0C76}" srcOrd="1" destOrd="0" parTransId="{0AA00BE7-4F15-49E2-BB0C-9BB03AEA3790}" sibTransId="{AE2A317F-B8A7-4E87-B722-EC5D38F41CDA}"/>
    <dgm:cxn modelId="{8F5E1739-7092-4CF4-9FDF-4F484D0A8D43}" type="presOf" srcId="{B6A7E729-8622-4F59-912E-E3AC9C267DEE}" destId="{DF625704-958B-443E-B601-7587CFCA3232}" srcOrd="0" destOrd="0" presId="urn:microsoft.com/office/officeart/2009/3/layout/HorizontalOrganizationChart"/>
    <dgm:cxn modelId="{D1E98261-FA49-4467-A86A-A77E78E893ED}" type="presOf" srcId="{B3A5228F-B664-4169-9D8E-19952328FADC}" destId="{CBE2BD9C-1836-4761-B8B4-ECB61CDCC04F}" srcOrd="0" destOrd="0" presId="urn:microsoft.com/office/officeart/2009/3/layout/HorizontalOrganizationChart"/>
    <dgm:cxn modelId="{043AED41-51F1-45BB-8E2D-831DA86916CE}" type="presOf" srcId="{CAFDA5FC-C5B9-4576-88BA-0E362B8E22D0}" destId="{16F03B3D-0779-4798-860A-AA6587ACA8D5}" srcOrd="1" destOrd="0" presId="urn:microsoft.com/office/officeart/2009/3/layout/HorizontalOrganizationChart"/>
    <dgm:cxn modelId="{6B2CAE63-D597-4D6C-8DDA-29AAC11F4F81}" type="presOf" srcId="{FBF2A933-33DB-4184-956E-C1852D8DA30B}" destId="{882B3277-ED56-4AB7-917D-766694C87425}" srcOrd="0" destOrd="0" presId="urn:microsoft.com/office/officeart/2009/3/layout/HorizontalOrganizationChart"/>
    <dgm:cxn modelId="{7013F247-7573-4958-AB10-C88AB2D11460}" type="presOf" srcId="{52EF06BB-E3E3-43AE-B8B2-01A3E2829C63}" destId="{AD5FB33D-CE83-46F1-AEA1-0E7790BBED6D}" srcOrd="0" destOrd="0" presId="urn:microsoft.com/office/officeart/2009/3/layout/HorizontalOrganizationChart"/>
    <dgm:cxn modelId="{1D39A168-AA42-4B4F-B288-7AD7F559A0A3}" type="presOf" srcId="{BACF1740-7CB6-4B7F-B57F-28E90B3D9207}" destId="{BFBC35F0-1C4D-4286-B61D-BDB62D777FA0}" srcOrd="1" destOrd="0" presId="urn:microsoft.com/office/officeart/2009/3/layout/HorizontalOrganizationChart"/>
    <dgm:cxn modelId="{19C4496E-B7C7-49F0-966A-761E3F5D73D0}" type="presOf" srcId="{B6A7E729-8622-4F59-912E-E3AC9C267DEE}" destId="{9016968E-1693-4B88-A286-0E0545F8C22F}" srcOrd="1" destOrd="0" presId="urn:microsoft.com/office/officeart/2009/3/layout/HorizontalOrganizationChart"/>
    <dgm:cxn modelId="{1AC4256F-1948-470F-91B5-726A019A5DF3}" type="presOf" srcId="{6B11234C-0C4E-43DB-BCEE-24691BD7EB61}" destId="{83D3B684-AB33-4E1B-A73D-9A3F6EC5C6A4}" srcOrd="0" destOrd="0" presId="urn:microsoft.com/office/officeart/2009/3/layout/HorizontalOrganizationChart"/>
    <dgm:cxn modelId="{AC20A051-95C2-4183-B1CF-2DE2421A5DBA}" type="presOf" srcId="{6F30892B-F5C7-46B5-8FAB-68F7C944406A}" destId="{AC8C9E01-1B78-464E-9F19-D0436D2234C8}" srcOrd="0" destOrd="0" presId="urn:microsoft.com/office/officeart/2009/3/layout/HorizontalOrganizationChart"/>
    <dgm:cxn modelId="{8598BB56-9DC7-4A8B-81A5-11EA22664B95}" type="presOf" srcId="{F918A529-9F22-4180-9166-25E5899EB060}" destId="{E169BC9C-52D2-4CE0-9DE2-BB9A4BE1371B}" srcOrd="0" destOrd="0" presId="urn:microsoft.com/office/officeart/2009/3/layout/HorizontalOrganizationChart"/>
    <dgm:cxn modelId="{63E65957-6F89-4002-850B-30CB82DAE04B}" srcId="{B6A7E729-8622-4F59-912E-E3AC9C267DEE}" destId="{A656ABB0-D519-40C4-85EB-33DDF950D373}" srcOrd="1" destOrd="0" parTransId="{FF6EFDEF-E431-4348-9A43-118A97BCA135}" sibTransId="{1FD43E46-D18E-4F6F-AB58-40FAFDC33EBC}"/>
    <dgm:cxn modelId="{48DA4979-12F9-40D6-9AB9-EFC94B889838}" type="presOf" srcId="{2D1B274A-26D4-4EC3-BEEE-185D293F0C76}" destId="{D7F6C195-6FBA-4D51-87AF-46DE39F3639D}" srcOrd="1" destOrd="0" presId="urn:microsoft.com/office/officeart/2009/3/layout/HorizontalOrganizationChart"/>
    <dgm:cxn modelId="{C12E487C-7AED-4547-80CF-4CB6AE05F696}" srcId="{345EDC09-830F-4573-8293-9BBBE17E2C58}" destId="{B6A7E729-8622-4F59-912E-E3AC9C267DEE}" srcOrd="0" destOrd="0" parTransId="{5B934069-6DD3-47E9-871C-9641EDD81033}" sibTransId="{1079D4A2-7CF5-43B3-84B2-93F8D2F51003}"/>
    <dgm:cxn modelId="{C1192981-6BC0-4C6B-BD5E-E2C967365360}" srcId="{A656ABB0-D519-40C4-85EB-33DDF950D373}" destId="{6B11234C-0C4E-43DB-BCEE-24691BD7EB61}" srcOrd="0" destOrd="0" parTransId="{6F30892B-F5C7-46B5-8FAB-68F7C944406A}" sibTransId="{3A59D22F-2827-427F-BF8F-FB78473CBD14}"/>
    <dgm:cxn modelId="{11603B8C-927D-40E0-99A2-E009F117E63F}" type="presOf" srcId="{6EF36F72-B47F-400B-A67B-57124BBBEDA1}" destId="{047FB029-559A-43A9-9510-D3974FDF91C4}" srcOrd="1" destOrd="0" presId="urn:microsoft.com/office/officeart/2009/3/layout/HorizontalOrganizationChart"/>
    <dgm:cxn modelId="{A544358F-CD9A-4F80-991D-F1E0BD932D4F}" type="presOf" srcId="{1D8374E1-DDE0-4C33-93D2-9B90478A4576}" destId="{4D757F85-76E2-4401-8546-D4C786C497D3}" srcOrd="0" destOrd="0" presId="urn:microsoft.com/office/officeart/2009/3/layout/HorizontalOrganizationChart"/>
    <dgm:cxn modelId="{BF4E1090-0B87-4B16-9BF4-E536E6E7BA3F}" type="presOf" srcId="{FD792D84-D8EA-4AAD-9FC0-C500D12B95CD}" destId="{9E3093CA-2746-4387-8456-67CD9C76A59D}" srcOrd="0" destOrd="0" presId="urn:microsoft.com/office/officeart/2009/3/layout/HorizontalOrganizationChart"/>
    <dgm:cxn modelId="{8F443C95-9719-484B-B783-E6B54980177F}" type="presOf" srcId="{D530E9CE-86B5-420D-84D2-77007EB4483E}" destId="{6841EEA9-AF27-4B13-B454-85D4D88A0B0D}" srcOrd="0" destOrd="0" presId="urn:microsoft.com/office/officeart/2009/3/layout/HorizontalOrganizationChart"/>
    <dgm:cxn modelId="{9526AAA1-778D-4F37-B7DE-DBC9DB382BF7}" type="presOf" srcId="{5D966B12-9A45-4EFD-858B-A131EC5A54EE}" destId="{A4719B0A-D40C-428E-BABF-C5ADA9F96F4F}" srcOrd="0" destOrd="0" presId="urn:microsoft.com/office/officeart/2009/3/layout/HorizontalOrganizationChart"/>
    <dgm:cxn modelId="{13A0F9A3-BA75-4C25-B4DD-E9466B396CA1}" type="presOf" srcId="{345EDC09-830F-4573-8293-9BBBE17E2C58}" destId="{E8CB12F8-3F1F-41D9-9F5A-889DCBBD52C4}" srcOrd="0" destOrd="0" presId="urn:microsoft.com/office/officeart/2009/3/layout/HorizontalOrganizationChart"/>
    <dgm:cxn modelId="{9C2FDCB3-0BE1-492A-A3BC-768E2F87F4F3}" type="presOf" srcId="{BACF1740-7CB6-4B7F-B57F-28E90B3D9207}" destId="{506A934E-9122-44D5-980C-1F1E8ABA9FE0}" srcOrd="0" destOrd="0" presId="urn:microsoft.com/office/officeart/2009/3/layout/HorizontalOrganizationChart"/>
    <dgm:cxn modelId="{6B3E19B4-A2E9-4904-891F-9F4148CE87B1}" type="presOf" srcId="{FBF2A933-33DB-4184-956E-C1852D8DA30B}" destId="{CFB7D4D4-4E55-47CE-849C-5865ADF6F9E3}" srcOrd="1" destOrd="0" presId="urn:microsoft.com/office/officeart/2009/3/layout/HorizontalOrganizationChart"/>
    <dgm:cxn modelId="{7DBE13BF-833B-4059-8946-9A515E9CF258}" type="presOf" srcId="{2D1B274A-26D4-4EC3-BEEE-185D293F0C76}" destId="{AD650519-E2E9-499C-B4A6-9B0CD41533A5}" srcOrd="0" destOrd="0" presId="urn:microsoft.com/office/officeart/2009/3/layout/HorizontalOrganizationChart"/>
    <dgm:cxn modelId="{B6B405C1-0969-402A-829D-F871D67E472C}" srcId="{CAFDA5FC-C5B9-4576-88BA-0E362B8E22D0}" destId="{87F9FEA3-F923-431B-A0DD-EEFC69C548E3}" srcOrd="0" destOrd="0" parTransId="{5B45BFE4-D394-41F6-AF93-A78EC97681D6}" sibTransId="{CFD9EF02-605C-4BA1-897D-69515CB4DCE3}"/>
    <dgm:cxn modelId="{7D3886C8-40C7-444B-9513-CF94AB5EDEC3}" type="presOf" srcId="{87F9FEA3-F923-431B-A0DD-EEFC69C548E3}" destId="{1E3769AD-57DD-4903-9E0F-ABB8E506CEAB}" srcOrd="0" destOrd="0" presId="urn:microsoft.com/office/officeart/2009/3/layout/HorizontalOrganizationChart"/>
    <dgm:cxn modelId="{F2A9B5C9-ED85-46A3-A9BA-8EA27338E6B9}" type="presOf" srcId="{6EF36F72-B47F-400B-A67B-57124BBBEDA1}" destId="{A179FFB5-7F63-4FA1-8737-9B6FA8F6B014}" srcOrd="0" destOrd="0" presId="urn:microsoft.com/office/officeart/2009/3/layout/HorizontalOrganizationChart"/>
    <dgm:cxn modelId="{954A09CC-A342-41F7-B862-2DCE92BBD07D}" type="presOf" srcId="{A656ABB0-D519-40C4-85EB-33DDF950D373}" destId="{36A9EB82-7B7E-4569-A5E9-67A3B7AECDDB}" srcOrd="1" destOrd="0" presId="urn:microsoft.com/office/officeart/2009/3/layout/HorizontalOrganizationChart"/>
    <dgm:cxn modelId="{53A300D1-BD61-444B-BF2D-FBF525A68CE6}" srcId="{CAFDA5FC-C5B9-4576-88BA-0E362B8E22D0}" destId="{5D966B12-9A45-4EFD-858B-A131EC5A54EE}" srcOrd="1" destOrd="0" parTransId="{52EF06BB-E3E3-43AE-B8B2-01A3E2829C63}" sibTransId="{0CF4746C-F2ED-40F8-A14E-F29E7F1AE2C0}"/>
    <dgm:cxn modelId="{8E30A7D6-0BAA-44F2-9525-BAA26A1AD557}" type="presOf" srcId="{A656ABB0-D519-40C4-85EB-33DDF950D373}" destId="{E21C6802-6609-48CC-A5CA-49220B4BF6E7}" srcOrd="0" destOrd="0" presId="urn:microsoft.com/office/officeart/2009/3/layout/HorizontalOrganizationChart"/>
    <dgm:cxn modelId="{589802D9-24E1-4CCA-85FC-83F4FBADFFE0}" type="presOf" srcId="{CC88E44C-6CF3-471C-9C9C-56B72B175614}" destId="{97EAE5B3-BDC8-48FA-89A5-39B4A4335A71}" srcOrd="0" destOrd="0" presId="urn:microsoft.com/office/officeart/2009/3/layout/HorizontalOrganizationChart"/>
    <dgm:cxn modelId="{E15C4EDA-C7FA-4DA0-A61C-E526EA0FCDA6}" srcId="{6EF36F72-B47F-400B-A67B-57124BBBEDA1}" destId="{35A26B06-391B-44B1-A373-0E98B047DBA2}" srcOrd="0" destOrd="0" parTransId="{B3A5228F-B664-4169-9D8E-19952328FADC}" sibTransId="{C0591F43-4492-44BE-B50D-69944D1DD8EC}"/>
    <dgm:cxn modelId="{DCE99BDC-A508-4E89-8B2A-06417DFD5AEC}" type="presOf" srcId="{5D966B12-9A45-4EFD-858B-A131EC5A54EE}" destId="{7C4ED67C-8841-4ACC-93C7-396D5BAF3F14}" srcOrd="1" destOrd="0" presId="urn:microsoft.com/office/officeart/2009/3/layout/HorizontalOrganizationChart"/>
    <dgm:cxn modelId="{740769E0-B4B7-415A-BE3C-608A70EA4165}" srcId="{B6A7E729-8622-4F59-912E-E3AC9C267DEE}" destId="{6EF36F72-B47F-400B-A67B-57124BBBEDA1}" srcOrd="0" destOrd="0" parTransId="{CC88E44C-6CF3-471C-9C9C-56B72B175614}" sibTransId="{09EA32C4-09F8-4F06-AEF4-B4DCEB1C55C2}"/>
    <dgm:cxn modelId="{48C3F2EB-CC97-4984-A82B-395084DC35C2}" type="presOf" srcId="{FF6EFDEF-E431-4348-9A43-118A97BCA135}" destId="{F32FBA46-6086-43BA-9E92-01020FB8BDAF}" srcOrd="0" destOrd="0" presId="urn:microsoft.com/office/officeart/2009/3/layout/HorizontalOrganizationChart"/>
    <dgm:cxn modelId="{CFBDC7F2-BEB8-439E-B868-1D6FAD7CD0E3}" type="presOf" srcId="{F70800B6-6502-467A-BAFB-8AAFD793BF23}" destId="{63BC62C3-0508-43BB-8E85-9BDD97B7A212}" srcOrd="0" destOrd="0" presId="urn:microsoft.com/office/officeart/2009/3/layout/HorizontalOrganizationChart"/>
    <dgm:cxn modelId="{106208F7-8B7A-4363-86A5-50C73570BF27}" srcId="{A656ABB0-D519-40C4-85EB-33DDF950D373}" destId="{BACF1740-7CB6-4B7F-B57F-28E90B3D9207}" srcOrd="1" destOrd="0" parTransId="{F918A529-9F22-4180-9166-25E5899EB060}" sibTransId="{A02690B7-7DDC-49CB-8EC0-606257B2DDF7}"/>
    <dgm:cxn modelId="{E0EA7C03-090D-4E85-8C30-5A25D9BD9C79}" type="presParOf" srcId="{E8CB12F8-3F1F-41D9-9F5A-889DCBBD52C4}" destId="{1EF01239-EB28-46FA-BFF7-F1EAD17A61EB}" srcOrd="0" destOrd="0" presId="urn:microsoft.com/office/officeart/2009/3/layout/HorizontalOrganizationChart"/>
    <dgm:cxn modelId="{05EB1CAC-2411-435E-9576-583165370643}" type="presParOf" srcId="{1EF01239-EB28-46FA-BFF7-F1EAD17A61EB}" destId="{5920BADB-111E-42AF-AB75-ADFE7805A26E}" srcOrd="0" destOrd="0" presId="urn:microsoft.com/office/officeart/2009/3/layout/HorizontalOrganizationChart"/>
    <dgm:cxn modelId="{8D29A153-298F-4383-A891-E36077332002}" type="presParOf" srcId="{5920BADB-111E-42AF-AB75-ADFE7805A26E}" destId="{DF625704-958B-443E-B601-7587CFCA3232}" srcOrd="0" destOrd="0" presId="urn:microsoft.com/office/officeart/2009/3/layout/HorizontalOrganizationChart"/>
    <dgm:cxn modelId="{03D9B3DB-74E6-4D60-B115-3106E11DB0A9}" type="presParOf" srcId="{5920BADB-111E-42AF-AB75-ADFE7805A26E}" destId="{9016968E-1693-4B88-A286-0E0545F8C22F}" srcOrd="1" destOrd="0" presId="urn:microsoft.com/office/officeart/2009/3/layout/HorizontalOrganizationChart"/>
    <dgm:cxn modelId="{AB4C16A5-312B-425E-85EC-97450F08F5DC}" type="presParOf" srcId="{1EF01239-EB28-46FA-BFF7-F1EAD17A61EB}" destId="{F6243BFE-70A8-4F94-8DE9-12F4E39C68C3}" srcOrd="1" destOrd="0" presId="urn:microsoft.com/office/officeart/2009/3/layout/HorizontalOrganizationChart"/>
    <dgm:cxn modelId="{5B318F37-CA2B-466E-BA7E-1155682A3BB7}" type="presParOf" srcId="{F6243BFE-70A8-4F94-8DE9-12F4E39C68C3}" destId="{97EAE5B3-BDC8-48FA-89A5-39B4A4335A71}" srcOrd="0" destOrd="0" presId="urn:microsoft.com/office/officeart/2009/3/layout/HorizontalOrganizationChart"/>
    <dgm:cxn modelId="{3882DBC0-6C03-44F2-9EB9-49A859279D27}" type="presParOf" srcId="{F6243BFE-70A8-4F94-8DE9-12F4E39C68C3}" destId="{095B3CF7-7A4A-4388-AF97-AF9993A9CAE8}" srcOrd="1" destOrd="0" presId="urn:microsoft.com/office/officeart/2009/3/layout/HorizontalOrganizationChart"/>
    <dgm:cxn modelId="{CB7AC2EF-641C-4E58-9437-B93D6DCC483F}" type="presParOf" srcId="{095B3CF7-7A4A-4388-AF97-AF9993A9CAE8}" destId="{8926A5CA-8CC7-4889-816E-6E5C367A585A}" srcOrd="0" destOrd="0" presId="urn:microsoft.com/office/officeart/2009/3/layout/HorizontalOrganizationChart"/>
    <dgm:cxn modelId="{B5C38A54-E76A-40A4-8666-5EB9FC3E1E79}" type="presParOf" srcId="{8926A5CA-8CC7-4889-816E-6E5C367A585A}" destId="{A179FFB5-7F63-4FA1-8737-9B6FA8F6B014}" srcOrd="0" destOrd="0" presId="urn:microsoft.com/office/officeart/2009/3/layout/HorizontalOrganizationChart"/>
    <dgm:cxn modelId="{E92EB946-8E87-40A5-AF05-21C6376D2548}" type="presParOf" srcId="{8926A5CA-8CC7-4889-816E-6E5C367A585A}" destId="{047FB029-559A-43A9-9510-D3974FDF91C4}" srcOrd="1" destOrd="0" presId="urn:microsoft.com/office/officeart/2009/3/layout/HorizontalOrganizationChart"/>
    <dgm:cxn modelId="{6656928B-DFE1-4777-9BB6-E057BF97EE31}" type="presParOf" srcId="{095B3CF7-7A4A-4388-AF97-AF9993A9CAE8}" destId="{88004E68-128C-47F8-BA75-4C8AA8670250}" srcOrd="1" destOrd="0" presId="urn:microsoft.com/office/officeart/2009/3/layout/HorizontalOrganizationChart"/>
    <dgm:cxn modelId="{F779AA51-D900-447D-ACEB-554A42EA5DFD}" type="presParOf" srcId="{88004E68-128C-47F8-BA75-4C8AA8670250}" destId="{CBE2BD9C-1836-4761-B8B4-ECB61CDCC04F}" srcOrd="0" destOrd="0" presId="urn:microsoft.com/office/officeart/2009/3/layout/HorizontalOrganizationChart"/>
    <dgm:cxn modelId="{FBB4FBAD-5FB8-42B9-A9D9-6FDAACF3C865}" type="presParOf" srcId="{88004E68-128C-47F8-BA75-4C8AA8670250}" destId="{CB672109-3AE5-4769-B906-B89BE2EC158A}" srcOrd="1" destOrd="0" presId="urn:microsoft.com/office/officeart/2009/3/layout/HorizontalOrganizationChart"/>
    <dgm:cxn modelId="{E7AA6F80-4AD2-4931-A151-08BC331203A0}" type="presParOf" srcId="{CB672109-3AE5-4769-B906-B89BE2EC158A}" destId="{9DF05A5C-217E-4A89-82B9-07AF8D437879}" srcOrd="0" destOrd="0" presId="urn:microsoft.com/office/officeart/2009/3/layout/HorizontalOrganizationChart"/>
    <dgm:cxn modelId="{F2CB440A-C20A-464F-8727-A986F388CA53}" type="presParOf" srcId="{9DF05A5C-217E-4A89-82B9-07AF8D437879}" destId="{0F9FA7AE-D286-47DA-BD67-76E6C7154B21}" srcOrd="0" destOrd="0" presId="urn:microsoft.com/office/officeart/2009/3/layout/HorizontalOrganizationChart"/>
    <dgm:cxn modelId="{4116EAC1-299B-4B09-A312-EB8017A9D3FF}" type="presParOf" srcId="{9DF05A5C-217E-4A89-82B9-07AF8D437879}" destId="{81A79797-378F-4A6E-8C3C-6EC374357C7D}" srcOrd="1" destOrd="0" presId="urn:microsoft.com/office/officeart/2009/3/layout/HorizontalOrganizationChart"/>
    <dgm:cxn modelId="{A27BB542-A756-42AD-9719-8B45B0E46E0F}" type="presParOf" srcId="{CB672109-3AE5-4769-B906-B89BE2EC158A}" destId="{AFDB5BC5-8757-4CB2-8582-A40C7EC328C4}" srcOrd="1" destOrd="0" presId="urn:microsoft.com/office/officeart/2009/3/layout/HorizontalOrganizationChart"/>
    <dgm:cxn modelId="{5D8D2C53-FE21-4E17-9680-A85B3A96527C}" type="presParOf" srcId="{CB672109-3AE5-4769-B906-B89BE2EC158A}" destId="{B86E7F16-4BA2-4B75-A0A1-BBC0B0110CEC}" srcOrd="2" destOrd="0" presId="urn:microsoft.com/office/officeart/2009/3/layout/HorizontalOrganizationChart"/>
    <dgm:cxn modelId="{0E1274D6-E6D4-4EED-B59F-0971D8D5740B}" type="presParOf" srcId="{88004E68-128C-47F8-BA75-4C8AA8670250}" destId="{B0F7ECC3-BBB2-4218-BA2C-DA57005B38EE}" srcOrd="2" destOrd="0" presId="urn:microsoft.com/office/officeart/2009/3/layout/HorizontalOrganizationChart"/>
    <dgm:cxn modelId="{0524F963-5D55-4781-99B9-257DB9F2CEB9}" type="presParOf" srcId="{88004E68-128C-47F8-BA75-4C8AA8670250}" destId="{F5EC9305-27A8-478A-A85A-5BEB9DF8AE02}" srcOrd="3" destOrd="0" presId="urn:microsoft.com/office/officeart/2009/3/layout/HorizontalOrganizationChart"/>
    <dgm:cxn modelId="{8BD0FADE-140E-4661-BF25-6F59AD81EB52}" type="presParOf" srcId="{F5EC9305-27A8-478A-A85A-5BEB9DF8AE02}" destId="{3F33E074-E614-4AE9-9A54-9FA5C5B1612C}" srcOrd="0" destOrd="0" presId="urn:microsoft.com/office/officeart/2009/3/layout/HorizontalOrganizationChart"/>
    <dgm:cxn modelId="{8766CC00-13D2-438C-89C0-BD4E1C4DB61F}" type="presParOf" srcId="{3F33E074-E614-4AE9-9A54-9FA5C5B1612C}" destId="{AD650519-E2E9-499C-B4A6-9B0CD41533A5}" srcOrd="0" destOrd="0" presId="urn:microsoft.com/office/officeart/2009/3/layout/HorizontalOrganizationChart"/>
    <dgm:cxn modelId="{8F7D91D3-6951-4DAD-B130-AEB559A866E3}" type="presParOf" srcId="{3F33E074-E614-4AE9-9A54-9FA5C5B1612C}" destId="{D7F6C195-6FBA-4D51-87AF-46DE39F3639D}" srcOrd="1" destOrd="0" presId="urn:microsoft.com/office/officeart/2009/3/layout/HorizontalOrganizationChart"/>
    <dgm:cxn modelId="{90D31EF6-0266-4AD9-A9DE-70104824F02C}" type="presParOf" srcId="{F5EC9305-27A8-478A-A85A-5BEB9DF8AE02}" destId="{FD27B366-CAB5-4FE6-8FB1-C827D9695935}" srcOrd="1" destOrd="0" presId="urn:microsoft.com/office/officeart/2009/3/layout/HorizontalOrganizationChart"/>
    <dgm:cxn modelId="{688916D3-28DD-44FE-A400-18B233BE8427}" type="presParOf" srcId="{F5EC9305-27A8-478A-A85A-5BEB9DF8AE02}" destId="{BB2CE06E-E417-4902-AFC1-9E82BC214347}" srcOrd="2" destOrd="0" presId="urn:microsoft.com/office/officeart/2009/3/layout/HorizontalOrganizationChart"/>
    <dgm:cxn modelId="{868277D7-290A-4865-8723-F42EE9A5A0A5}" type="presParOf" srcId="{88004E68-128C-47F8-BA75-4C8AA8670250}" destId="{63BC62C3-0508-43BB-8E85-9BDD97B7A212}" srcOrd="4" destOrd="0" presId="urn:microsoft.com/office/officeart/2009/3/layout/HorizontalOrganizationChart"/>
    <dgm:cxn modelId="{42A33F32-D563-41B7-95A1-2EC93164C590}" type="presParOf" srcId="{88004E68-128C-47F8-BA75-4C8AA8670250}" destId="{813DBAE2-AFFF-4D6F-9951-4589A3B8C779}" srcOrd="5" destOrd="0" presId="urn:microsoft.com/office/officeart/2009/3/layout/HorizontalOrganizationChart"/>
    <dgm:cxn modelId="{EDB0C6F4-5886-456D-A3FB-A19D6E4E0CE7}" type="presParOf" srcId="{813DBAE2-AFFF-4D6F-9951-4589A3B8C779}" destId="{551581C3-6C60-4701-83FB-A60221100319}" srcOrd="0" destOrd="0" presId="urn:microsoft.com/office/officeart/2009/3/layout/HorizontalOrganizationChart"/>
    <dgm:cxn modelId="{5DB77C94-B3C3-4010-8F9C-1788768ECE55}" type="presParOf" srcId="{551581C3-6C60-4701-83FB-A60221100319}" destId="{4D757F85-76E2-4401-8546-D4C786C497D3}" srcOrd="0" destOrd="0" presId="urn:microsoft.com/office/officeart/2009/3/layout/HorizontalOrganizationChart"/>
    <dgm:cxn modelId="{692CDE88-4EA6-4388-9C3C-74CCA90B0E7C}" type="presParOf" srcId="{551581C3-6C60-4701-83FB-A60221100319}" destId="{9813AE4F-E475-4803-9062-F8F4460D38D4}" srcOrd="1" destOrd="0" presId="urn:microsoft.com/office/officeart/2009/3/layout/HorizontalOrganizationChart"/>
    <dgm:cxn modelId="{2798C01D-B3BD-4A1C-9AB5-719B87D2E121}" type="presParOf" srcId="{813DBAE2-AFFF-4D6F-9951-4589A3B8C779}" destId="{88593DE4-274A-4CA8-BFCD-3BAC3B30EF34}" srcOrd="1" destOrd="0" presId="urn:microsoft.com/office/officeart/2009/3/layout/HorizontalOrganizationChart"/>
    <dgm:cxn modelId="{2927B673-3F3B-4CCD-A231-042278B41466}" type="presParOf" srcId="{813DBAE2-AFFF-4D6F-9951-4589A3B8C779}" destId="{30B07B8D-56BD-4D41-A4CF-AC3CF55602AE}" srcOrd="2" destOrd="0" presId="urn:microsoft.com/office/officeart/2009/3/layout/HorizontalOrganizationChart"/>
    <dgm:cxn modelId="{C64A480C-E06B-4F6A-A598-C646614BA757}" type="presParOf" srcId="{88004E68-128C-47F8-BA75-4C8AA8670250}" destId="{6841EEA9-AF27-4B13-B454-85D4D88A0B0D}" srcOrd="6" destOrd="0" presId="urn:microsoft.com/office/officeart/2009/3/layout/HorizontalOrganizationChart"/>
    <dgm:cxn modelId="{6F78D003-7839-4366-BEB7-2AEEE0257973}" type="presParOf" srcId="{88004E68-128C-47F8-BA75-4C8AA8670250}" destId="{D612ECDB-2596-4F46-B758-9833842F354A}" srcOrd="7" destOrd="0" presId="urn:microsoft.com/office/officeart/2009/3/layout/HorizontalOrganizationChart"/>
    <dgm:cxn modelId="{12B5FA6C-3487-47F8-8118-B5A9E3BB1383}" type="presParOf" srcId="{D612ECDB-2596-4F46-B758-9833842F354A}" destId="{064D65FC-9F19-405C-BCF9-64FCA195EB59}" srcOrd="0" destOrd="0" presId="urn:microsoft.com/office/officeart/2009/3/layout/HorizontalOrganizationChart"/>
    <dgm:cxn modelId="{975E3AD3-65AE-4620-B7F0-8CAF0F45240A}" type="presParOf" srcId="{064D65FC-9F19-405C-BCF9-64FCA195EB59}" destId="{882B3277-ED56-4AB7-917D-766694C87425}" srcOrd="0" destOrd="0" presId="urn:microsoft.com/office/officeart/2009/3/layout/HorizontalOrganizationChart"/>
    <dgm:cxn modelId="{5C4834F8-F3A9-4768-8952-A79932495795}" type="presParOf" srcId="{064D65FC-9F19-405C-BCF9-64FCA195EB59}" destId="{CFB7D4D4-4E55-47CE-849C-5865ADF6F9E3}" srcOrd="1" destOrd="0" presId="urn:microsoft.com/office/officeart/2009/3/layout/HorizontalOrganizationChart"/>
    <dgm:cxn modelId="{5FB18D75-FB32-4FF5-BD0A-521DDB287559}" type="presParOf" srcId="{D612ECDB-2596-4F46-B758-9833842F354A}" destId="{D5B902BF-60FA-40C1-8EA5-D3811BD82FB0}" srcOrd="1" destOrd="0" presId="urn:microsoft.com/office/officeart/2009/3/layout/HorizontalOrganizationChart"/>
    <dgm:cxn modelId="{117A11D1-12AC-4551-9767-AE4CC1E2A682}" type="presParOf" srcId="{D612ECDB-2596-4F46-B758-9833842F354A}" destId="{6ED625C6-C0C5-4940-966A-B29027C17861}" srcOrd="2" destOrd="0" presId="urn:microsoft.com/office/officeart/2009/3/layout/HorizontalOrganizationChart"/>
    <dgm:cxn modelId="{A9B8F79E-7AA0-4A3E-9BD3-F19E94EAFAAE}" type="presParOf" srcId="{095B3CF7-7A4A-4388-AF97-AF9993A9CAE8}" destId="{ED138C1F-C24D-4E92-82F4-33342BEBAC44}" srcOrd="2" destOrd="0" presId="urn:microsoft.com/office/officeart/2009/3/layout/HorizontalOrganizationChart"/>
    <dgm:cxn modelId="{44563BA6-F40F-480A-B721-A866632DE48E}" type="presParOf" srcId="{F6243BFE-70A8-4F94-8DE9-12F4E39C68C3}" destId="{F32FBA46-6086-43BA-9E92-01020FB8BDAF}" srcOrd="2" destOrd="0" presId="urn:microsoft.com/office/officeart/2009/3/layout/HorizontalOrganizationChart"/>
    <dgm:cxn modelId="{568C604E-399D-45A6-A815-F5D6CC56617C}" type="presParOf" srcId="{F6243BFE-70A8-4F94-8DE9-12F4E39C68C3}" destId="{7257F409-682F-4103-A510-0C26327E8932}" srcOrd="3" destOrd="0" presId="urn:microsoft.com/office/officeart/2009/3/layout/HorizontalOrganizationChart"/>
    <dgm:cxn modelId="{386181D6-0466-4F4C-8989-8669C5018A14}" type="presParOf" srcId="{7257F409-682F-4103-A510-0C26327E8932}" destId="{88458120-2700-4184-8DE8-FF6DBEE2093F}" srcOrd="0" destOrd="0" presId="urn:microsoft.com/office/officeart/2009/3/layout/HorizontalOrganizationChart"/>
    <dgm:cxn modelId="{8CA6392D-0286-4774-BA0D-B086119FD27E}" type="presParOf" srcId="{88458120-2700-4184-8DE8-FF6DBEE2093F}" destId="{E21C6802-6609-48CC-A5CA-49220B4BF6E7}" srcOrd="0" destOrd="0" presId="urn:microsoft.com/office/officeart/2009/3/layout/HorizontalOrganizationChart"/>
    <dgm:cxn modelId="{BAEE2D12-918A-41A3-B366-C1FEE0A263AD}" type="presParOf" srcId="{88458120-2700-4184-8DE8-FF6DBEE2093F}" destId="{36A9EB82-7B7E-4569-A5E9-67A3B7AECDDB}" srcOrd="1" destOrd="0" presId="urn:microsoft.com/office/officeart/2009/3/layout/HorizontalOrganizationChart"/>
    <dgm:cxn modelId="{5F49520D-953B-4CC6-BD67-4A1286568F30}" type="presParOf" srcId="{7257F409-682F-4103-A510-0C26327E8932}" destId="{D8E323E9-15A4-4B20-9848-DEE50AD27FE0}" srcOrd="1" destOrd="0" presId="urn:microsoft.com/office/officeart/2009/3/layout/HorizontalOrganizationChart"/>
    <dgm:cxn modelId="{67E570D6-F268-4B1C-971E-A049F3D22D20}" type="presParOf" srcId="{D8E323E9-15A4-4B20-9848-DEE50AD27FE0}" destId="{AC8C9E01-1B78-464E-9F19-D0436D2234C8}" srcOrd="0" destOrd="0" presId="urn:microsoft.com/office/officeart/2009/3/layout/HorizontalOrganizationChart"/>
    <dgm:cxn modelId="{6B2F84EE-4BE2-4A03-828B-194AB45CF136}" type="presParOf" srcId="{D8E323E9-15A4-4B20-9848-DEE50AD27FE0}" destId="{9627637D-E7E5-469C-9564-E69A601C72A2}" srcOrd="1" destOrd="0" presId="urn:microsoft.com/office/officeart/2009/3/layout/HorizontalOrganizationChart"/>
    <dgm:cxn modelId="{82F98E85-26D6-469E-8DE7-F3D052588C27}" type="presParOf" srcId="{9627637D-E7E5-469C-9564-E69A601C72A2}" destId="{5CC9EAB2-8D6F-40E0-9225-344707C7685B}" srcOrd="0" destOrd="0" presId="urn:microsoft.com/office/officeart/2009/3/layout/HorizontalOrganizationChart"/>
    <dgm:cxn modelId="{E2E460D7-B8E1-4229-8A3C-60CCFE746E7D}" type="presParOf" srcId="{5CC9EAB2-8D6F-40E0-9225-344707C7685B}" destId="{83D3B684-AB33-4E1B-A73D-9A3F6EC5C6A4}" srcOrd="0" destOrd="0" presId="urn:microsoft.com/office/officeart/2009/3/layout/HorizontalOrganizationChart"/>
    <dgm:cxn modelId="{7208C2C0-7031-4A6B-8FC0-D6055A360D10}" type="presParOf" srcId="{5CC9EAB2-8D6F-40E0-9225-344707C7685B}" destId="{9DD74570-A30A-41B4-B126-542D350811EE}" srcOrd="1" destOrd="0" presId="urn:microsoft.com/office/officeart/2009/3/layout/HorizontalOrganizationChart"/>
    <dgm:cxn modelId="{8812B8F5-70E1-4E56-978E-5B8045E14B7D}" type="presParOf" srcId="{9627637D-E7E5-469C-9564-E69A601C72A2}" destId="{6DBC297E-A641-4E15-A3DD-95F46510C4E1}" srcOrd="1" destOrd="0" presId="urn:microsoft.com/office/officeart/2009/3/layout/HorizontalOrganizationChart"/>
    <dgm:cxn modelId="{D3C29EB1-A4D1-462C-ADB5-E5E16C397B12}" type="presParOf" srcId="{9627637D-E7E5-469C-9564-E69A601C72A2}" destId="{64E34590-BE7D-404A-806E-422F9A1E351D}" srcOrd="2" destOrd="0" presId="urn:microsoft.com/office/officeart/2009/3/layout/HorizontalOrganizationChart"/>
    <dgm:cxn modelId="{B6985E7B-C45E-4854-A17D-5DA595E6B009}" type="presParOf" srcId="{D8E323E9-15A4-4B20-9848-DEE50AD27FE0}" destId="{E169BC9C-52D2-4CE0-9DE2-BB9A4BE1371B}" srcOrd="2" destOrd="0" presId="urn:microsoft.com/office/officeart/2009/3/layout/HorizontalOrganizationChart"/>
    <dgm:cxn modelId="{744FAF4F-B54B-4405-B056-04C9D4EFA6A8}" type="presParOf" srcId="{D8E323E9-15A4-4B20-9848-DEE50AD27FE0}" destId="{FF1BC4AA-1CF5-4C8F-9043-B103C3A8E709}" srcOrd="3" destOrd="0" presId="urn:microsoft.com/office/officeart/2009/3/layout/HorizontalOrganizationChart"/>
    <dgm:cxn modelId="{2EFEE080-D4F4-4A27-BAA8-9FC9F94F598F}" type="presParOf" srcId="{FF1BC4AA-1CF5-4C8F-9043-B103C3A8E709}" destId="{F6879C67-477A-46E7-A2F8-8AFD818E7825}" srcOrd="0" destOrd="0" presId="urn:microsoft.com/office/officeart/2009/3/layout/HorizontalOrganizationChart"/>
    <dgm:cxn modelId="{2736C79C-75F9-4EE4-95CA-FA534A4DE7FF}" type="presParOf" srcId="{F6879C67-477A-46E7-A2F8-8AFD818E7825}" destId="{506A934E-9122-44D5-980C-1F1E8ABA9FE0}" srcOrd="0" destOrd="0" presId="urn:microsoft.com/office/officeart/2009/3/layout/HorizontalOrganizationChart"/>
    <dgm:cxn modelId="{330DC3D1-6E5B-4E60-856A-64B19D17D6F2}" type="presParOf" srcId="{F6879C67-477A-46E7-A2F8-8AFD818E7825}" destId="{BFBC35F0-1C4D-4286-B61D-BDB62D777FA0}" srcOrd="1" destOrd="0" presId="urn:microsoft.com/office/officeart/2009/3/layout/HorizontalOrganizationChart"/>
    <dgm:cxn modelId="{99D5EC17-737C-4C7A-A0D5-058A860154F1}" type="presParOf" srcId="{FF1BC4AA-1CF5-4C8F-9043-B103C3A8E709}" destId="{39A23141-FCF2-42E9-8F1C-D87F9C0882F3}" srcOrd="1" destOrd="0" presId="urn:microsoft.com/office/officeart/2009/3/layout/HorizontalOrganizationChart"/>
    <dgm:cxn modelId="{24442C7C-EF68-48CB-8F77-DEB0E17BD582}" type="presParOf" srcId="{FF1BC4AA-1CF5-4C8F-9043-B103C3A8E709}" destId="{F5EDB537-DEA4-4512-A6F9-ABE26660D6D0}" srcOrd="2" destOrd="0" presId="urn:microsoft.com/office/officeart/2009/3/layout/HorizontalOrganizationChart"/>
    <dgm:cxn modelId="{458FD3AD-9ECF-4773-A869-4E26D48B6C10}" type="presParOf" srcId="{7257F409-682F-4103-A510-0C26327E8932}" destId="{C3481A50-8924-466D-A523-793E508A7C84}" srcOrd="2" destOrd="0" presId="urn:microsoft.com/office/officeart/2009/3/layout/HorizontalOrganizationChart"/>
    <dgm:cxn modelId="{6574F962-940A-44DF-B7F3-243D4853EDF6}" type="presParOf" srcId="{F6243BFE-70A8-4F94-8DE9-12F4E39C68C3}" destId="{9E3093CA-2746-4387-8456-67CD9C76A59D}" srcOrd="4" destOrd="0" presId="urn:microsoft.com/office/officeart/2009/3/layout/HorizontalOrganizationChart"/>
    <dgm:cxn modelId="{A5966307-7C20-4C16-9253-D0CA00E81FAA}" type="presParOf" srcId="{F6243BFE-70A8-4F94-8DE9-12F4E39C68C3}" destId="{E23838BC-1B8B-4929-9928-225E20FA6942}" srcOrd="5" destOrd="0" presId="urn:microsoft.com/office/officeart/2009/3/layout/HorizontalOrganizationChart"/>
    <dgm:cxn modelId="{C2E527C2-0C1A-4B09-B41A-EE3E17F4D4B7}" type="presParOf" srcId="{E23838BC-1B8B-4929-9928-225E20FA6942}" destId="{FE09A3E2-311F-446E-A929-345F3855837C}" srcOrd="0" destOrd="0" presId="urn:microsoft.com/office/officeart/2009/3/layout/HorizontalOrganizationChart"/>
    <dgm:cxn modelId="{1494F12A-7386-4E55-9A02-66BF2842CBD9}" type="presParOf" srcId="{FE09A3E2-311F-446E-A929-345F3855837C}" destId="{C30E2307-CA56-4E71-B216-39A9992A7F9A}" srcOrd="0" destOrd="0" presId="urn:microsoft.com/office/officeart/2009/3/layout/HorizontalOrganizationChart"/>
    <dgm:cxn modelId="{F9B494B1-E5EE-4B7E-B733-FD6FBFCCDD59}" type="presParOf" srcId="{FE09A3E2-311F-446E-A929-345F3855837C}" destId="{16F03B3D-0779-4798-860A-AA6587ACA8D5}" srcOrd="1" destOrd="0" presId="urn:microsoft.com/office/officeart/2009/3/layout/HorizontalOrganizationChart"/>
    <dgm:cxn modelId="{EF1C100A-7F20-4D62-B8FB-C4229B25AB42}" type="presParOf" srcId="{E23838BC-1B8B-4929-9928-225E20FA6942}" destId="{52207BC3-31A1-4A78-94E9-5A403EB12414}" srcOrd="1" destOrd="0" presId="urn:microsoft.com/office/officeart/2009/3/layout/HorizontalOrganizationChart"/>
    <dgm:cxn modelId="{9E48F2B8-E494-4F42-A680-CB0FAF01E118}" type="presParOf" srcId="{52207BC3-31A1-4A78-94E9-5A403EB12414}" destId="{A1948ECD-8499-465B-A0EF-AF37ECCD5F0C}" srcOrd="0" destOrd="0" presId="urn:microsoft.com/office/officeart/2009/3/layout/HorizontalOrganizationChart"/>
    <dgm:cxn modelId="{051A9ED8-3FD6-497F-82ED-3E2167A53B4C}" type="presParOf" srcId="{52207BC3-31A1-4A78-94E9-5A403EB12414}" destId="{7AD84192-556F-4F60-8290-0623E5726601}" srcOrd="1" destOrd="0" presId="urn:microsoft.com/office/officeart/2009/3/layout/HorizontalOrganizationChart"/>
    <dgm:cxn modelId="{2C16CB2D-951A-49E2-904E-D9244DC77CE4}" type="presParOf" srcId="{7AD84192-556F-4F60-8290-0623E5726601}" destId="{FDC7A767-2C39-4C07-AFD2-AD4EF5DD6322}" srcOrd="0" destOrd="0" presId="urn:microsoft.com/office/officeart/2009/3/layout/HorizontalOrganizationChart"/>
    <dgm:cxn modelId="{EE912076-38E1-4DE7-BD98-DED4775D80ED}" type="presParOf" srcId="{FDC7A767-2C39-4C07-AFD2-AD4EF5DD6322}" destId="{1E3769AD-57DD-4903-9E0F-ABB8E506CEAB}" srcOrd="0" destOrd="0" presId="urn:microsoft.com/office/officeart/2009/3/layout/HorizontalOrganizationChart"/>
    <dgm:cxn modelId="{12772D63-3031-4108-9575-3265408C5570}" type="presParOf" srcId="{FDC7A767-2C39-4C07-AFD2-AD4EF5DD6322}" destId="{BD451A7D-61A2-418F-98A2-75CA30EAF29D}" srcOrd="1" destOrd="0" presId="urn:microsoft.com/office/officeart/2009/3/layout/HorizontalOrganizationChart"/>
    <dgm:cxn modelId="{631107E7-0697-4A85-813F-795238CDB6BF}" type="presParOf" srcId="{7AD84192-556F-4F60-8290-0623E5726601}" destId="{36C6DF87-2D92-4901-B2E8-19BD9B932F6F}" srcOrd="1" destOrd="0" presId="urn:microsoft.com/office/officeart/2009/3/layout/HorizontalOrganizationChart"/>
    <dgm:cxn modelId="{79C38389-79BD-4BDA-A3D9-CDF54F6AADB5}" type="presParOf" srcId="{7AD84192-556F-4F60-8290-0623E5726601}" destId="{83D26F46-9A8C-4CA8-80D9-642005813348}" srcOrd="2" destOrd="0" presId="urn:microsoft.com/office/officeart/2009/3/layout/HorizontalOrganizationChart"/>
    <dgm:cxn modelId="{41E5E223-3DA8-48C0-B9A2-1448A56EB9C8}" type="presParOf" srcId="{52207BC3-31A1-4A78-94E9-5A403EB12414}" destId="{AD5FB33D-CE83-46F1-AEA1-0E7790BBED6D}" srcOrd="2" destOrd="0" presId="urn:microsoft.com/office/officeart/2009/3/layout/HorizontalOrganizationChart"/>
    <dgm:cxn modelId="{68F01812-92A9-42A1-B933-75879E343ECF}" type="presParOf" srcId="{52207BC3-31A1-4A78-94E9-5A403EB12414}" destId="{9FD39214-D79B-469A-822E-8C39BA0055B4}" srcOrd="3" destOrd="0" presId="urn:microsoft.com/office/officeart/2009/3/layout/HorizontalOrganizationChart"/>
    <dgm:cxn modelId="{7DEA4494-BBE5-48A3-9364-26F39DCA9069}" type="presParOf" srcId="{9FD39214-D79B-469A-822E-8C39BA0055B4}" destId="{7AC719DC-0C5B-4C17-87B4-2EAD4212EB2B}" srcOrd="0" destOrd="0" presId="urn:microsoft.com/office/officeart/2009/3/layout/HorizontalOrganizationChart"/>
    <dgm:cxn modelId="{09851F80-79F4-47A1-8D09-5814520D0EE6}" type="presParOf" srcId="{7AC719DC-0C5B-4C17-87B4-2EAD4212EB2B}" destId="{A4719B0A-D40C-428E-BABF-C5ADA9F96F4F}" srcOrd="0" destOrd="0" presId="urn:microsoft.com/office/officeart/2009/3/layout/HorizontalOrganizationChart"/>
    <dgm:cxn modelId="{08D3BDAC-7891-4C41-9D59-51A24EAE57A2}" type="presParOf" srcId="{7AC719DC-0C5B-4C17-87B4-2EAD4212EB2B}" destId="{7C4ED67C-8841-4ACC-93C7-396D5BAF3F14}" srcOrd="1" destOrd="0" presId="urn:microsoft.com/office/officeart/2009/3/layout/HorizontalOrganizationChart"/>
    <dgm:cxn modelId="{5923015F-676C-4A6F-8FF9-48B55CCA5118}" type="presParOf" srcId="{9FD39214-D79B-469A-822E-8C39BA0055B4}" destId="{2932BC5F-2100-49C0-9AB4-D0905BA4BC93}" srcOrd="1" destOrd="0" presId="urn:microsoft.com/office/officeart/2009/3/layout/HorizontalOrganizationChart"/>
    <dgm:cxn modelId="{92BD8491-DA26-4F53-826B-D7FB38C156EE}" type="presParOf" srcId="{9FD39214-D79B-469A-822E-8C39BA0055B4}" destId="{06E59232-27B6-4A49-A2F6-CC949CC85EE8}" srcOrd="2" destOrd="0" presId="urn:microsoft.com/office/officeart/2009/3/layout/HorizontalOrganizationChart"/>
    <dgm:cxn modelId="{5F64CC53-B6D7-4D17-A9A6-166F47C29188}" type="presParOf" srcId="{E23838BC-1B8B-4929-9928-225E20FA6942}" destId="{7DB373EA-180C-45D4-89BF-AABB68368EA2}" srcOrd="2" destOrd="0" presId="urn:microsoft.com/office/officeart/2009/3/layout/HorizontalOrganizationChart"/>
    <dgm:cxn modelId="{C6FF241F-90C8-4EC9-8EBE-53E049CA09FE}" type="presParOf" srcId="{1EF01239-EB28-46FA-BFF7-F1EAD17A61EB}" destId="{FC5E702D-EE39-497D-A5CA-223F71D9F26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FB33D-CE83-46F1-AEA1-0E7790BBED6D}">
      <dsp:nvSpPr>
        <dsp:cNvPr id="0" name=""/>
        <dsp:cNvSpPr/>
      </dsp:nvSpPr>
      <dsp:spPr>
        <a:xfrm>
          <a:off x="5923837" y="3888771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948ECD-8499-465B-A0EF-AF37ECCD5F0C}">
      <dsp:nvSpPr>
        <dsp:cNvPr id="0" name=""/>
        <dsp:cNvSpPr/>
      </dsp:nvSpPr>
      <dsp:spPr>
        <a:xfrm>
          <a:off x="5923837" y="3605720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283051"/>
              </a:moveTo>
              <a:lnTo>
                <a:pt x="131651" y="283051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3093CA-2746-4387-8456-67CD9C76A59D}">
      <dsp:nvSpPr>
        <dsp:cNvPr id="0" name=""/>
        <dsp:cNvSpPr/>
      </dsp:nvSpPr>
      <dsp:spPr>
        <a:xfrm>
          <a:off x="1316832" y="2473516"/>
          <a:ext cx="263303" cy="1415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1415255"/>
              </a:lnTo>
              <a:lnTo>
                <a:pt x="263303" y="1415255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69BC9C-52D2-4CE0-9DE2-BB9A4BE1371B}">
      <dsp:nvSpPr>
        <dsp:cNvPr id="0" name=""/>
        <dsp:cNvSpPr/>
      </dsp:nvSpPr>
      <dsp:spPr>
        <a:xfrm>
          <a:off x="5923837" y="2756567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8C9E01-1B78-464E-9F19-D0436D2234C8}">
      <dsp:nvSpPr>
        <dsp:cNvPr id="0" name=""/>
        <dsp:cNvSpPr/>
      </dsp:nvSpPr>
      <dsp:spPr>
        <a:xfrm>
          <a:off x="5923837" y="2473516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283051"/>
              </a:moveTo>
              <a:lnTo>
                <a:pt x="131651" y="283051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2FBA46-6086-43BA-9E92-01020FB8BDAF}">
      <dsp:nvSpPr>
        <dsp:cNvPr id="0" name=""/>
        <dsp:cNvSpPr/>
      </dsp:nvSpPr>
      <dsp:spPr>
        <a:xfrm>
          <a:off x="1316832" y="2473516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1EEA9-AF27-4B13-B454-85D4D88A0B0D}">
      <dsp:nvSpPr>
        <dsp:cNvPr id="0" name=""/>
        <dsp:cNvSpPr/>
      </dsp:nvSpPr>
      <dsp:spPr>
        <a:xfrm>
          <a:off x="5923837" y="1058261"/>
          <a:ext cx="263303" cy="849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849153"/>
              </a:lnTo>
              <a:lnTo>
                <a:pt x="263303" y="849153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BC62C3-0508-43BB-8E85-9BDD97B7A212}">
      <dsp:nvSpPr>
        <dsp:cNvPr id="0" name=""/>
        <dsp:cNvSpPr/>
      </dsp:nvSpPr>
      <dsp:spPr>
        <a:xfrm>
          <a:off x="5923837" y="1058261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F7ECC3-BBB2-4218-BA2C-DA57005B38EE}">
      <dsp:nvSpPr>
        <dsp:cNvPr id="0" name=""/>
        <dsp:cNvSpPr/>
      </dsp:nvSpPr>
      <dsp:spPr>
        <a:xfrm>
          <a:off x="5923837" y="775210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283051"/>
              </a:moveTo>
              <a:lnTo>
                <a:pt x="131651" y="283051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E2BD9C-1836-4761-B8B4-ECB61CDCC04F}">
      <dsp:nvSpPr>
        <dsp:cNvPr id="0" name=""/>
        <dsp:cNvSpPr/>
      </dsp:nvSpPr>
      <dsp:spPr>
        <a:xfrm>
          <a:off x="5923837" y="209107"/>
          <a:ext cx="263303" cy="849153"/>
        </a:xfrm>
        <a:custGeom>
          <a:avLst/>
          <a:gdLst/>
          <a:ahLst/>
          <a:cxnLst/>
          <a:rect l="0" t="0" r="0" b="0"/>
          <a:pathLst>
            <a:path>
              <a:moveTo>
                <a:pt x="0" y="849153"/>
              </a:moveTo>
              <a:lnTo>
                <a:pt x="131651" y="849153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EAE5B3-BDC8-48FA-89A5-39B4A4335A71}">
      <dsp:nvSpPr>
        <dsp:cNvPr id="0" name=""/>
        <dsp:cNvSpPr/>
      </dsp:nvSpPr>
      <dsp:spPr>
        <a:xfrm>
          <a:off x="1316832" y="1058261"/>
          <a:ext cx="263303" cy="1415255"/>
        </a:xfrm>
        <a:custGeom>
          <a:avLst/>
          <a:gdLst/>
          <a:ahLst/>
          <a:cxnLst/>
          <a:rect l="0" t="0" r="0" b="0"/>
          <a:pathLst>
            <a:path>
              <a:moveTo>
                <a:pt x="0" y="1415255"/>
              </a:moveTo>
              <a:lnTo>
                <a:pt x="131651" y="1415255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25704-958B-443E-B601-7587CFCA3232}">
      <dsp:nvSpPr>
        <dsp:cNvPr id="0" name=""/>
        <dsp:cNvSpPr/>
      </dsp:nvSpPr>
      <dsp:spPr>
        <a:xfrm>
          <a:off x="316" y="2118914"/>
          <a:ext cx="1316516" cy="70920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Clasificación ML</a:t>
          </a:r>
        </a:p>
      </dsp:txBody>
      <dsp:txXfrm>
        <a:off x="316" y="2118914"/>
        <a:ext cx="1316516" cy="709203"/>
      </dsp:txXfrm>
    </dsp:sp>
    <dsp:sp modelId="{A179FFB5-7F63-4FA1-8737-9B6FA8F6B014}">
      <dsp:nvSpPr>
        <dsp:cNvPr id="0" name=""/>
        <dsp:cNvSpPr/>
      </dsp:nvSpPr>
      <dsp:spPr>
        <a:xfrm>
          <a:off x="1580135" y="709276"/>
          <a:ext cx="4343701" cy="69796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se entrenan.</a:t>
          </a:r>
        </a:p>
      </dsp:txBody>
      <dsp:txXfrm>
        <a:off x="1580135" y="709276"/>
        <a:ext cx="4343701" cy="697968"/>
      </dsp:txXfrm>
    </dsp:sp>
    <dsp:sp modelId="{0F9FA7AE-D286-47DA-BD67-76E6C7154B21}">
      <dsp:nvSpPr>
        <dsp:cNvPr id="0" name=""/>
        <dsp:cNvSpPr/>
      </dsp:nvSpPr>
      <dsp:spPr>
        <a:xfrm>
          <a:off x="6187141" y="8339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Aprendizaje supervisado</a:t>
          </a:r>
        </a:p>
      </dsp:txBody>
      <dsp:txXfrm>
        <a:off x="6187141" y="8339"/>
        <a:ext cx="2865977" cy="401537"/>
      </dsp:txXfrm>
    </dsp:sp>
    <dsp:sp modelId="{AD650519-E2E9-499C-B4A6-9B0CD41533A5}">
      <dsp:nvSpPr>
        <dsp:cNvPr id="0" name=""/>
        <dsp:cNvSpPr/>
      </dsp:nvSpPr>
      <dsp:spPr>
        <a:xfrm>
          <a:off x="6187141" y="574441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no supervisado</a:t>
          </a:r>
        </a:p>
      </dsp:txBody>
      <dsp:txXfrm>
        <a:off x="6187141" y="574441"/>
        <a:ext cx="2865977" cy="401537"/>
      </dsp:txXfrm>
    </dsp:sp>
    <dsp:sp modelId="{4D757F85-76E2-4401-8546-D4C786C497D3}">
      <dsp:nvSpPr>
        <dsp:cNvPr id="0" name=""/>
        <dsp:cNvSpPr/>
      </dsp:nvSpPr>
      <dsp:spPr>
        <a:xfrm>
          <a:off x="6187141" y="1140543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semi-supervisado</a:t>
          </a:r>
          <a:endParaRPr lang="es-MX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87141" y="1140543"/>
        <a:ext cx="2865977" cy="401537"/>
      </dsp:txXfrm>
    </dsp:sp>
    <dsp:sp modelId="{882B3277-ED56-4AB7-917D-766694C87425}">
      <dsp:nvSpPr>
        <dsp:cNvPr id="0" name=""/>
        <dsp:cNvSpPr/>
      </dsp:nvSpPr>
      <dsp:spPr>
        <a:xfrm>
          <a:off x="6187141" y="1706645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reforzado</a:t>
          </a:r>
        </a:p>
      </dsp:txBody>
      <dsp:txXfrm>
        <a:off x="6187141" y="1706645"/>
        <a:ext cx="2865977" cy="401537"/>
      </dsp:txXfrm>
    </dsp:sp>
    <dsp:sp modelId="{E21C6802-6609-48CC-A5CA-49220B4BF6E7}">
      <dsp:nvSpPr>
        <dsp:cNvPr id="0" name=""/>
        <dsp:cNvSpPr/>
      </dsp:nvSpPr>
      <dsp:spPr>
        <a:xfrm>
          <a:off x="1580135" y="2407583"/>
          <a:ext cx="4343701" cy="69796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aprenden en el tiempo</a:t>
          </a:r>
        </a:p>
      </dsp:txBody>
      <dsp:txXfrm>
        <a:off x="1580135" y="2407583"/>
        <a:ext cx="4343701" cy="697968"/>
      </dsp:txXfrm>
    </dsp:sp>
    <dsp:sp modelId="{83D3B684-AB33-4E1B-A73D-9A3F6EC5C6A4}">
      <dsp:nvSpPr>
        <dsp:cNvPr id="0" name=""/>
        <dsp:cNvSpPr/>
      </dsp:nvSpPr>
      <dsp:spPr>
        <a:xfrm>
          <a:off x="6187141" y="2272747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online</a:t>
          </a:r>
        </a:p>
      </dsp:txBody>
      <dsp:txXfrm>
        <a:off x="6187141" y="2272747"/>
        <a:ext cx="2865977" cy="401537"/>
      </dsp:txXfrm>
    </dsp:sp>
    <dsp:sp modelId="{506A934E-9122-44D5-980C-1F1E8ABA9FE0}">
      <dsp:nvSpPr>
        <dsp:cNvPr id="0" name=""/>
        <dsp:cNvSpPr/>
      </dsp:nvSpPr>
      <dsp:spPr>
        <a:xfrm>
          <a:off x="6187141" y="2838849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batch</a:t>
          </a:r>
          <a:endParaRPr lang="es-MX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87141" y="2838849"/>
        <a:ext cx="2865977" cy="401537"/>
      </dsp:txXfrm>
    </dsp:sp>
    <dsp:sp modelId="{C30E2307-CA56-4E71-B216-39A9992A7F9A}">
      <dsp:nvSpPr>
        <dsp:cNvPr id="0" name=""/>
        <dsp:cNvSpPr/>
      </dsp:nvSpPr>
      <dsp:spPr>
        <a:xfrm>
          <a:off x="1580135" y="3539787"/>
          <a:ext cx="4343701" cy="69796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forma en la que realizan las predicciones.</a:t>
          </a:r>
        </a:p>
      </dsp:txBody>
      <dsp:txXfrm>
        <a:off x="1580135" y="3539787"/>
        <a:ext cx="4343701" cy="697968"/>
      </dsp:txXfrm>
    </dsp:sp>
    <dsp:sp modelId="{1E3769AD-57DD-4903-9E0F-ABB8E506CEAB}">
      <dsp:nvSpPr>
        <dsp:cNvPr id="0" name=""/>
        <dsp:cNvSpPr/>
      </dsp:nvSpPr>
      <dsp:spPr>
        <a:xfrm>
          <a:off x="6187141" y="3404952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instancias</a:t>
          </a:r>
        </a:p>
      </dsp:txBody>
      <dsp:txXfrm>
        <a:off x="6187141" y="3404952"/>
        <a:ext cx="2865977" cy="401537"/>
      </dsp:txXfrm>
    </dsp:sp>
    <dsp:sp modelId="{A4719B0A-D40C-428E-BABF-C5ADA9F96F4F}">
      <dsp:nvSpPr>
        <dsp:cNvPr id="0" name=""/>
        <dsp:cNvSpPr/>
      </dsp:nvSpPr>
      <dsp:spPr>
        <a:xfrm>
          <a:off x="6187141" y="3971054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modelos</a:t>
          </a:r>
        </a:p>
      </dsp:txBody>
      <dsp:txXfrm>
        <a:off x="6187141" y="3971054"/>
        <a:ext cx="2865977" cy="401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18/05/2025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42183-84A4-95C7-52CA-781CC601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9CBD8C-2088-562D-234D-85B5B4B2E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84F5A7-1151-D333-2CE0-520AE20AA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261B60-EAB6-8F76-29FB-AC9BDCD73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0665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8E5D-5E1E-0644-112E-6CA1F790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2C3053-3729-87F5-8834-B92C06A8A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863339-39D3-17AA-A326-341904002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28E260-41BE-7D6F-DD45-F9D114DD8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2829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786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73E69-7979-2D1C-B9A1-25674BF1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DEDC3B-8131-652A-17DA-2BB258EA3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E12FAA-227D-80E7-347A-6377B9B8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B5A4B9-CF8E-5ACA-41B3-4CF16D3D4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0841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A519-D574-83D2-BAC9-99A09051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D58000-6F85-11F9-19B4-ABCE00D4F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A1C92D-4C86-C941-86D0-B9A181930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0610BD-8A34-758E-BE2D-5781A59C0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1952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327A-0DF8-6EC4-78FF-BA599A45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BD3841-3FBE-4C65-8124-03E69118D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FE63E7-69DC-8A42-C7F4-924F5BFB3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624CD4-D1E3-4ACB-4998-385F5A38D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389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a Aprendizaje Máquina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el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112845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aprendizaje automático es un subdominio de la IA que proporciona a los sistemas la capacidad de aprender y mejorar automáticamente a partir de la experiencia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 ser programados explícitamente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Se basa en la hipótesis subyacente de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crear el modelo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tratar de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mejorarlo ajustando más datos en el modelo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lo largo del tiempo.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E7AC28-0C2E-05D5-B554-3A7A7122D958}"/>
              </a:ext>
            </a:extLst>
          </p:cNvPr>
          <p:cNvSpPr txBox="1"/>
          <p:nvPr/>
        </p:nvSpPr>
        <p:spPr>
          <a:xfrm>
            <a:off x="964022" y="3677421"/>
            <a:ext cx="9332916" cy="112845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s-MX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 una rama de la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inteligencia artificial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 permite a los sistemas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aprender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patrones a partir de datos y hacer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predicciones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tomar decisiones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 ser programados explícitamente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Se basa en algoritmos que ajustan sus parámetros de forma automática mediante la optimización y la retroalimentación, mejorando su desempeño con la experiencia.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4F42FCE6-9CCE-82DF-C40D-CB4B5AE347A9}"/>
              </a:ext>
            </a:extLst>
          </p:cNvPr>
          <p:cNvSpPr/>
          <p:nvPr/>
        </p:nvSpPr>
        <p:spPr>
          <a:xfrm>
            <a:off x="4539946" y="5244374"/>
            <a:ext cx="2181068" cy="104337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A50962-D65B-89B6-E418-EDC1FE049847}"/>
              </a:ext>
            </a:extLst>
          </p:cNvPr>
          <p:cNvSpPr txBox="1"/>
          <p:nvPr/>
        </p:nvSpPr>
        <p:spPr>
          <a:xfrm>
            <a:off x="964022" y="5244374"/>
            <a:ext cx="201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Experiencia (Datos)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503FB7-4828-B29A-4724-760CD010EE9F}"/>
              </a:ext>
            </a:extLst>
          </p:cNvPr>
          <p:cNvSpPr txBox="1"/>
          <p:nvPr/>
        </p:nvSpPr>
        <p:spPr>
          <a:xfrm>
            <a:off x="8230995" y="5382873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Predicciones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9D62C0-BC7A-C79F-E9AC-DE280F1BBAF8}"/>
              </a:ext>
            </a:extLst>
          </p:cNvPr>
          <p:cNvSpPr txBox="1"/>
          <p:nvPr/>
        </p:nvSpPr>
        <p:spPr>
          <a:xfrm>
            <a:off x="964022" y="5918421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Nuevos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319B9C-8AA9-6115-B250-943215D6C49C}"/>
              </a:ext>
            </a:extLst>
          </p:cNvPr>
          <p:cNvSpPr txBox="1"/>
          <p:nvPr/>
        </p:nvSpPr>
        <p:spPr>
          <a:xfrm>
            <a:off x="8230995" y="5918421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Predicciones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E8C2340-6265-89EC-7615-6B4E7B01ED8C}"/>
              </a:ext>
            </a:extLst>
          </p:cNvPr>
          <p:cNvCxnSpPr>
            <a:stCxn id="6" idx="3"/>
          </p:cNvCxnSpPr>
          <p:nvPr/>
        </p:nvCxnSpPr>
        <p:spPr>
          <a:xfrm flipV="1">
            <a:off x="2983891" y="5567539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7222CF6-7A81-271E-E04A-A7F6E73C7B71}"/>
              </a:ext>
            </a:extLst>
          </p:cNvPr>
          <p:cNvCxnSpPr/>
          <p:nvPr/>
        </p:nvCxnSpPr>
        <p:spPr>
          <a:xfrm flipV="1">
            <a:off x="6833955" y="5566733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21B2BF8-5806-0C86-B1AF-158E14B2DD05}"/>
              </a:ext>
            </a:extLst>
          </p:cNvPr>
          <p:cNvCxnSpPr/>
          <p:nvPr/>
        </p:nvCxnSpPr>
        <p:spPr>
          <a:xfrm flipV="1">
            <a:off x="2983891" y="6114894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838697C-7CBD-4DDF-755E-50A3464E08D7}"/>
              </a:ext>
            </a:extLst>
          </p:cNvPr>
          <p:cNvCxnSpPr/>
          <p:nvPr/>
        </p:nvCxnSpPr>
        <p:spPr>
          <a:xfrm flipV="1">
            <a:off x="6833955" y="6114088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4" grpId="0" animBg="1"/>
      <p:bldP spid="6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A27B-A117-6A18-39F9-E7DC4DD7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0C7F8-3163-08C9-61A5-33135F15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el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F4A2F74-CA6C-8C1D-ED59-1ABE289F5AC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748924" y="4270861"/>
            <a:ext cx="1810291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" name="Diagrama de flujo: proceso 2">
            <a:extLst>
              <a:ext uri="{FF2B5EF4-FFF2-40B4-BE49-F238E27FC236}">
                <a16:creationId xmlns:a16="http://schemas.microsoft.com/office/drawing/2014/main" id="{4849D1EA-ED82-77C4-96A8-EB7F8F9C097F}"/>
              </a:ext>
            </a:extLst>
          </p:cNvPr>
          <p:cNvSpPr/>
          <p:nvPr/>
        </p:nvSpPr>
        <p:spPr>
          <a:xfrm>
            <a:off x="1256941" y="3875248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del problema</a:t>
            </a:r>
          </a:p>
        </p:txBody>
      </p:sp>
      <p:sp>
        <p:nvSpPr>
          <p:cNvPr id="7" name="Diagrama de flujo: proceso 6">
            <a:extLst>
              <a:ext uri="{FF2B5EF4-FFF2-40B4-BE49-F238E27FC236}">
                <a16:creationId xmlns:a16="http://schemas.microsoft.com/office/drawing/2014/main" id="{4FE22D16-9A9E-F306-4B8C-B31854B68E68}"/>
              </a:ext>
            </a:extLst>
          </p:cNvPr>
          <p:cNvSpPr/>
          <p:nvPr/>
        </p:nvSpPr>
        <p:spPr>
          <a:xfrm>
            <a:off x="4948766" y="387524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reglas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306075CA-15C4-BD29-C48C-BB10A7C502F3}"/>
              </a:ext>
            </a:extLst>
          </p:cNvPr>
          <p:cNvSpPr/>
          <p:nvPr/>
        </p:nvSpPr>
        <p:spPr>
          <a:xfrm>
            <a:off x="8559215" y="3875246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C79CD8DE-4681-0142-CE82-3A526C29DFC9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EB1F30D1-D7AA-A70B-6311-4C7C47251688}"/>
              </a:ext>
            </a:extLst>
          </p:cNvPr>
          <p:cNvSpPr/>
          <p:nvPr/>
        </p:nvSpPr>
        <p:spPr>
          <a:xfrm>
            <a:off x="8559215" y="195906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AAA96493-8E10-2CB6-A7B6-D46F10579F45}"/>
              </a:ext>
            </a:extLst>
          </p:cNvPr>
          <p:cNvCxnSpPr>
            <a:cxnSpLocks/>
            <a:stCxn id="8" idx="2"/>
            <a:endCxn id="13" idx="3"/>
          </p:cNvCxnSpPr>
          <p:nvPr/>
        </p:nvCxnSpPr>
        <p:spPr>
          <a:xfrm rot="5400000">
            <a:off x="7645688" y="3769715"/>
            <a:ext cx="916842" cy="271037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C9513DC-3E1D-E2A3-D466-12E12773FBD8}"/>
              </a:ext>
            </a:extLst>
          </p:cNvPr>
          <p:cNvCxnSpPr>
            <a:stCxn id="8" idx="0"/>
            <a:endCxn id="18" idx="2"/>
          </p:cNvCxnSpPr>
          <p:nvPr/>
        </p:nvCxnSpPr>
        <p:spPr>
          <a:xfrm flipV="1">
            <a:off x="9459294" y="2750297"/>
            <a:ext cx="0" cy="11249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B716724-F40D-4FF9-A92C-4A28E92CE317}"/>
              </a:ext>
            </a:extLst>
          </p:cNvPr>
          <p:cNvSpPr txBox="1"/>
          <p:nvPr/>
        </p:nvSpPr>
        <p:spPr>
          <a:xfrm>
            <a:off x="9676263" y="3261815"/>
            <a:ext cx="118735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13952E7-B365-B1D3-9B83-E3972F92F381}"/>
              </a:ext>
            </a:extLst>
          </p:cNvPr>
          <p:cNvSpPr txBox="1"/>
          <p:nvPr/>
        </p:nvSpPr>
        <p:spPr>
          <a:xfrm>
            <a:off x="9676263" y="4910578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</a:t>
            </a:r>
          </a:p>
        </p:txBody>
      </p:sp>
      <p:sp>
        <p:nvSpPr>
          <p:cNvPr id="36" name="Diagrama de flujo: proceso 35">
            <a:extLst>
              <a:ext uri="{FF2B5EF4-FFF2-40B4-BE49-F238E27FC236}">
                <a16:creationId xmlns:a16="http://schemas.microsoft.com/office/drawing/2014/main" id="{3A8BCD86-EB0B-CA36-E7AD-6AD90F10DEB7}"/>
              </a:ext>
            </a:extLst>
          </p:cNvPr>
          <p:cNvSpPr/>
          <p:nvPr/>
        </p:nvSpPr>
        <p:spPr>
          <a:xfrm>
            <a:off x="4948766" y="201287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A8C27D1-6107-AD82-E789-45E6F73A4DEC}"/>
              </a:ext>
            </a:extLst>
          </p:cNvPr>
          <p:cNvSpPr txBox="1"/>
          <p:nvPr/>
        </p:nvSpPr>
        <p:spPr>
          <a:xfrm>
            <a:off x="6932466" y="3690579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8FCFC22-414A-E300-F31F-A0B47EBDEDC0}"/>
              </a:ext>
            </a:extLst>
          </p:cNvPr>
          <p:cNvCxnSpPr>
            <a:cxnSpLocks/>
          </p:cNvCxnSpPr>
          <p:nvPr/>
        </p:nvCxnSpPr>
        <p:spPr>
          <a:xfrm flipV="1">
            <a:off x="3070074" y="4241204"/>
            <a:ext cx="1891667" cy="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A2ACA156-5F3D-6CA4-7C30-9A4BDA15BC79}"/>
              </a:ext>
            </a:extLst>
          </p:cNvPr>
          <p:cNvCxnSpPr/>
          <p:nvPr/>
        </p:nvCxnSpPr>
        <p:spPr>
          <a:xfrm rot="10800000">
            <a:off x="2169995" y="4636824"/>
            <a:ext cx="2791746" cy="9168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0D2889F-0F1B-F741-7123-15C50DE50C34}"/>
              </a:ext>
            </a:extLst>
          </p:cNvPr>
          <p:cNvCxnSpPr/>
          <p:nvPr/>
        </p:nvCxnSpPr>
        <p:spPr>
          <a:xfrm>
            <a:off x="5861820" y="2804105"/>
            <a:ext cx="0" cy="1071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43" name="Diagrama de flujo: proceso 42">
            <a:extLst>
              <a:ext uri="{FF2B5EF4-FFF2-40B4-BE49-F238E27FC236}">
                <a16:creationId xmlns:a16="http://schemas.microsoft.com/office/drawing/2014/main" id="{3156857D-BDB4-F25F-A18F-F17A66B8D1FD}"/>
              </a:ext>
            </a:extLst>
          </p:cNvPr>
          <p:cNvSpPr/>
          <p:nvPr/>
        </p:nvSpPr>
        <p:spPr>
          <a:xfrm>
            <a:off x="4951977" y="3875243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reglas</a:t>
            </a:r>
          </a:p>
        </p:txBody>
      </p:sp>
      <p:sp>
        <p:nvSpPr>
          <p:cNvPr id="44" name="Diagrama de flujo: proceso 43">
            <a:extLst>
              <a:ext uri="{FF2B5EF4-FFF2-40B4-BE49-F238E27FC236}">
                <a16:creationId xmlns:a16="http://schemas.microsoft.com/office/drawing/2014/main" id="{953B6C25-7B2E-1F3F-F38A-C5A0A03B761F}"/>
              </a:ext>
            </a:extLst>
          </p:cNvPr>
          <p:cNvSpPr/>
          <p:nvPr/>
        </p:nvSpPr>
        <p:spPr>
          <a:xfrm>
            <a:off x="8559215" y="3875243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46" name="Diagrama de flujo: proceso 45">
            <a:extLst>
              <a:ext uri="{FF2B5EF4-FFF2-40B4-BE49-F238E27FC236}">
                <a16:creationId xmlns:a16="http://schemas.microsoft.com/office/drawing/2014/main" id="{EAA1C663-EC94-B300-BC55-DC545A5D4172}"/>
              </a:ext>
            </a:extLst>
          </p:cNvPr>
          <p:cNvSpPr/>
          <p:nvPr/>
        </p:nvSpPr>
        <p:spPr>
          <a:xfrm>
            <a:off x="8559215" y="195906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sp>
        <p:nvSpPr>
          <p:cNvPr id="47" name="Diagrama de flujo: proceso 46">
            <a:extLst>
              <a:ext uri="{FF2B5EF4-FFF2-40B4-BE49-F238E27FC236}">
                <a16:creationId xmlns:a16="http://schemas.microsoft.com/office/drawing/2014/main" id="{4F45EFC0-D438-8D13-7B8E-4FDF2EFE5210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1DB41EC-21B4-DA44-2065-EB194BDA32D3}"/>
              </a:ext>
            </a:extLst>
          </p:cNvPr>
          <p:cNvSpPr txBox="1"/>
          <p:nvPr/>
        </p:nvSpPr>
        <p:spPr>
          <a:xfrm>
            <a:off x="964021" y="2255136"/>
            <a:ext cx="3198539" cy="86498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Imaginemos el proceso tradicional de un banco para decidir si otorga o no un crédito a un solicitante.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7A1536-5969-A5CB-81D2-8AD310471B00}"/>
              </a:ext>
            </a:extLst>
          </p:cNvPr>
          <p:cNvSpPr txBox="1"/>
          <p:nvPr/>
        </p:nvSpPr>
        <p:spPr>
          <a:xfrm>
            <a:off x="3312275" y="3429000"/>
            <a:ext cx="1384526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Basado en conocimiento experto y análisis estadístico tradicional</a:t>
            </a:r>
            <a:endParaRPr lang="es-MX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59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3" grpId="0" animBg="1"/>
      <p:bldP spid="18" grpId="0" animBg="1"/>
      <p:bldP spid="34" grpId="0" animBg="1"/>
      <p:bldP spid="35" grpId="0" animBg="1"/>
      <p:bldP spid="36" grpId="0" animBg="1"/>
      <p:bldP spid="39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5DF2-BB32-6319-52B0-A2036E38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7613F-689D-AC26-F0EA-C749D4A2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el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E9C95A1-F5D2-1CC8-00BE-D3008C6CB3B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748924" y="4270861"/>
            <a:ext cx="1810291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" name="Diagrama de flujo: proceso 2">
            <a:extLst>
              <a:ext uri="{FF2B5EF4-FFF2-40B4-BE49-F238E27FC236}">
                <a16:creationId xmlns:a16="http://schemas.microsoft.com/office/drawing/2014/main" id="{85A4F9A3-D106-4845-27F4-6E7B2E8D2003}"/>
              </a:ext>
            </a:extLst>
          </p:cNvPr>
          <p:cNvSpPr/>
          <p:nvPr/>
        </p:nvSpPr>
        <p:spPr>
          <a:xfrm>
            <a:off x="1256941" y="3875248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nuevos correos.</a:t>
            </a:r>
          </a:p>
        </p:txBody>
      </p:sp>
      <p:sp>
        <p:nvSpPr>
          <p:cNvPr id="7" name="Diagrama de flujo: proceso 6">
            <a:extLst>
              <a:ext uri="{FF2B5EF4-FFF2-40B4-BE49-F238E27FC236}">
                <a16:creationId xmlns:a16="http://schemas.microsoft.com/office/drawing/2014/main" id="{99A4B88D-E670-08B9-CB69-B0A9F18C3306}"/>
              </a:ext>
            </a:extLst>
          </p:cNvPr>
          <p:cNvSpPr/>
          <p:nvPr/>
        </p:nvSpPr>
        <p:spPr>
          <a:xfrm>
            <a:off x="4948766" y="387524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Actualización de reglas.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03E0ED98-1A98-D25C-A85D-A25AA4297334}"/>
              </a:ext>
            </a:extLst>
          </p:cNvPr>
          <p:cNvSpPr/>
          <p:nvPr/>
        </p:nvSpPr>
        <p:spPr>
          <a:xfrm>
            <a:off x="8559215" y="3875246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D836B7F1-CB72-B779-E79B-5281787BB0D7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73CA585E-7856-57DC-9C45-D9E4D461536B}"/>
              </a:ext>
            </a:extLst>
          </p:cNvPr>
          <p:cNvSpPr/>
          <p:nvPr/>
        </p:nvSpPr>
        <p:spPr>
          <a:xfrm>
            <a:off x="8559215" y="195906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144D0D83-F71A-81B2-8718-69CDF95E50B7}"/>
              </a:ext>
            </a:extLst>
          </p:cNvPr>
          <p:cNvCxnSpPr>
            <a:cxnSpLocks/>
            <a:stCxn id="8" idx="2"/>
            <a:endCxn id="13" idx="3"/>
          </p:cNvCxnSpPr>
          <p:nvPr/>
        </p:nvCxnSpPr>
        <p:spPr>
          <a:xfrm rot="5400000">
            <a:off x="7645688" y="3769715"/>
            <a:ext cx="916842" cy="271037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0DC9609-5C63-D0DF-4600-2DA480C61A83}"/>
              </a:ext>
            </a:extLst>
          </p:cNvPr>
          <p:cNvCxnSpPr>
            <a:stCxn id="8" idx="0"/>
            <a:endCxn id="18" idx="2"/>
          </p:cNvCxnSpPr>
          <p:nvPr/>
        </p:nvCxnSpPr>
        <p:spPr>
          <a:xfrm flipV="1">
            <a:off x="9459294" y="2750297"/>
            <a:ext cx="0" cy="11249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9418657-6285-A367-A3B2-41E2FCBA7722}"/>
              </a:ext>
            </a:extLst>
          </p:cNvPr>
          <p:cNvSpPr txBox="1"/>
          <p:nvPr/>
        </p:nvSpPr>
        <p:spPr>
          <a:xfrm>
            <a:off x="9676263" y="3261815"/>
            <a:ext cx="118735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636FE05-D35A-F0EB-5C17-E1ECE0B7C85D}"/>
              </a:ext>
            </a:extLst>
          </p:cNvPr>
          <p:cNvSpPr txBox="1"/>
          <p:nvPr/>
        </p:nvSpPr>
        <p:spPr>
          <a:xfrm>
            <a:off x="9676263" y="4910578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</a:t>
            </a:r>
          </a:p>
        </p:txBody>
      </p:sp>
      <p:sp>
        <p:nvSpPr>
          <p:cNvPr id="36" name="Diagrama de flujo: proceso 35">
            <a:extLst>
              <a:ext uri="{FF2B5EF4-FFF2-40B4-BE49-F238E27FC236}">
                <a16:creationId xmlns:a16="http://schemas.microsoft.com/office/drawing/2014/main" id="{80842EB0-0EAC-599D-D604-59C15A546037}"/>
              </a:ext>
            </a:extLst>
          </p:cNvPr>
          <p:cNvSpPr/>
          <p:nvPr/>
        </p:nvSpPr>
        <p:spPr>
          <a:xfrm>
            <a:off x="4948766" y="201287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Actualización de datos.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52C30AC-DFB7-348D-19FC-E3B8360AC007}"/>
              </a:ext>
            </a:extLst>
          </p:cNvPr>
          <p:cNvSpPr txBox="1"/>
          <p:nvPr/>
        </p:nvSpPr>
        <p:spPr>
          <a:xfrm>
            <a:off x="6932466" y="3690579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E95AB88-3FAC-4E7F-EBCF-71F3919A4C80}"/>
              </a:ext>
            </a:extLst>
          </p:cNvPr>
          <p:cNvCxnSpPr>
            <a:cxnSpLocks/>
          </p:cNvCxnSpPr>
          <p:nvPr/>
        </p:nvCxnSpPr>
        <p:spPr>
          <a:xfrm flipV="1">
            <a:off x="3070074" y="4241204"/>
            <a:ext cx="1891667" cy="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811A9C83-E81A-3569-6D3D-E9A94908A127}"/>
              </a:ext>
            </a:extLst>
          </p:cNvPr>
          <p:cNvCxnSpPr/>
          <p:nvPr/>
        </p:nvCxnSpPr>
        <p:spPr>
          <a:xfrm rot="10800000">
            <a:off x="2169995" y="4636824"/>
            <a:ext cx="2791746" cy="9168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1B886D9-8714-8B34-F00C-0039EF76264E}"/>
              </a:ext>
            </a:extLst>
          </p:cNvPr>
          <p:cNvCxnSpPr/>
          <p:nvPr/>
        </p:nvCxnSpPr>
        <p:spPr>
          <a:xfrm>
            <a:off x="5861820" y="2804105"/>
            <a:ext cx="0" cy="1071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43" name="Diagrama de flujo: proceso 42">
            <a:extLst>
              <a:ext uri="{FF2B5EF4-FFF2-40B4-BE49-F238E27FC236}">
                <a16:creationId xmlns:a16="http://schemas.microsoft.com/office/drawing/2014/main" id="{F3567EB4-4C87-5F3B-8E88-3628BCECE1C8}"/>
              </a:ext>
            </a:extLst>
          </p:cNvPr>
          <p:cNvSpPr/>
          <p:nvPr/>
        </p:nvSpPr>
        <p:spPr>
          <a:xfrm>
            <a:off x="4965387" y="387524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del Algoritmo</a:t>
            </a:r>
          </a:p>
        </p:txBody>
      </p:sp>
      <p:sp>
        <p:nvSpPr>
          <p:cNvPr id="44" name="Diagrama de flujo: proceso 43">
            <a:extLst>
              <a:ext uri="{FF2B5EF4-FFF2-40B4-BE49-F238E27FC236}">
                <a16:creationId xmlns:a16="http://schemas.microsoft.com/office/drawing/2014/main" id="{903CBECF-A5C0-2EF0-0713-3B1FDBCD2C16}"/>
              </a:ext>
            </a:extLst>
          </p:cNvPr>
          <p:cNvSpPr/>
          <p:nvPr/>
        </p:nvSpPr>
        <p:spPr>
          <a:xfrm>
            <a:off x="8576901" y="387524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46" name="Diagrama de flujo: proceso 45">
            <a:extLst>
              <a:ext uri="{FF2B5EF4-FFF2-40B4-BE49-F238E27FC236}">
                <a16:creationId xmlns:a16="http://schemas.microsoft.com/office/drawing/2014/main" id="{BD4C8D26-D2C0-F7C5-C31D-45A6D4743E6F}"/>
              </a:ext>
            </a:extLst>
          </p:cNvPr>
          <p:cNvSpPr/>
          <p:nvPr/>
        </p:nvSpPr>
        <p:spPr>
          <a:xfrm>
            <a:off x="8559215" y="195906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sp>
        <p:nvSpPr>
          <p:cNvPr id="47" name="Diagrama de flujo: proceso 46">
            <a:extLst>
              <a:ext uri="{FF2B5EF4-FFF2-40B4-BE49-F238E27FC236}">
                <a16:creationId xmlns:a16="http://schemas.microsoft.com/office/drawing/2014/main" id="{8F4D8086-E93E-8DA6-F946-20B51A8E9251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7C3ACF-35C4-B2FF-14F1-518D2F03952B}"/>
              </a:ext>
            </a:extLst>
          </p:cNvPr>
          <p:cNvSpPr txBox="1"/>
          <p:nvPr/>
        </p:nvSpPr>
        <p:spPr>
          <a:xfrm>
            <a:off x="964021" y="2255136"/>
            <a:ext cx="3198539" cy="112845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¿Qué sucede si 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proceso para decidir si otorga o no un crédito a un solicitante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cambia a lo largo del tiempo?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0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3" grpId="0" animBg="1"/>
      <p:bldP spid="18" grpId="0" animBg="1"/>
      <p:bldP spid="34" grpId="0" animBg="1"/>
      <p:bldP spid="35" grpId="0" animBg="1"/>
      <p:bldP spid="36" grpId="0" animBg="1"/>
      <p:bldP spid="39" grpId="0" animBg="1"/>
      <p:bldP spid="43" grpId="0" animBg="1"/>
      <p:bldP spid="44" grpId="0" animBg="1"/>
      <p:bldP spid="46" grpId="0" animBg="1"/>
      <p:bldP spid="4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 de los sistemas de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BDD37C3-D236-CC12-4DA0-C7C92F2975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08299"/>
              </p:ext>
            </p:extLst>
          </p:nvPr>
        </p:nvGraphicFramePr>
        <p:xfrm>
          <a:off x="1569282" y="2129049"/>
          <a:ext cx="9053435" cy="4380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2658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2DAA-8052-2254-3496-860C262F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7DC0A-9916-7E69-0BA3-8DCD5908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6668A3-8058-DC65-2548-D9BFE8314F28}"/>
              </a:ext>
            </a:extLst>
          </p:cNvPr>
          <p:cNvSpPr txBox="1"/>
          <p:nvPr/>
        </p:nvSpPr>
        <p:spPr>
          <a:xfrm>
            <a:off x="964022" y="2353304"/>
            <a:ext cx="9332916" cy="86498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aprendizaje supervisado es la tarea de aprendizaje automático que consiste en aprender una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que mapea una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una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basada en pares entrada-salida de ejemplo. La función resultante es utilizada para predecir valores a partir de ejemplos de datos no etiquetados.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4336A8-2091-3FFE-11D3-18BACC02FF23}"/>
              </a:ext>
            </a:extLst>
          </p:cNvPr>
          <p:cNvSpPr txBox="1"/>
          <p:nvPr/>
        </p:nvSpPr>
        <p:spPr>
          <a:xfrm>
            <a:off x="964022" y="3368839"/>
            <a:ext cx="9332916" cy="86498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el aprendizaje supervisado, el algoritmo recibe un conjunto de datos de entrenamiento donde cada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está asociada a una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correcta (etiqueta). Su objetivo es encontrar un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que generalice bien para predecir etiquetas en nuevos datos no vistos.</a:t>
            </a: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52DFAF3C-75A4-C0DC-75AF-C3A18D78B1C8}"/>
              </a:ext>
            </a:extLst>
          </p:cNvPr>
          <p:cNvSpPr/>
          <p:nvPr/>
        </p:nvSpPr>
        <p:spPr>
          <a:xfrm>
            <a:off x="964022" y="5141517"/>
            <a:ext cx="1997542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de entrenamiento </a:t>
            </a:r>
          </a:p>
        </p:txBody>
      </p:sp>
      <p:sp>
        <p:nvSpPr>
          <p:cNvPr id="6" name="Diagrama de flujo: proceso 5">
            <a:extLst>
              <a:ext uri="{FF2B5EF4-FFF2-40B4-BE49-F238E27FC236}">
                <a16:creationId xmlns:a16="http://schemas.microsoft.com/office/drawing/2014/main" id="{29223944-9300-989F-4825-C40FE26A3B90}"/>
              </a:ext>
            </a:extLst>
          </p:cNvPr>
          <p:cNvSpPr/>
          <p:nvPr/>
        </p:nvSpPr>
        <p:spPr>
          <a:xfrm>
            <a:off x="4472979" y="5141517"/>
            <a:ext cx="2315001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de aprendizaje</a:t>
            </a:r>
          </a:p>
        </p:txBody>
      </p:sp>
      <p:sp>
        <p:nvSpPr>
          <p:cNvPr id="7" name="Diagrama de flujo: proceso 6">
            <a:extLst>
              <a:ext uri="{FF2B5EF4-FFF2-40B4-BE49-F238E27FC236}">
                <a16:creationId xmlns:a16="http://schemas.microsoft.com/office/drawing/2014/main" id="{0D9D292F-F8A2-EA19-73AF-2DBB9F2BF940}"/>
              </a:ext>
            </a:extLst>
          </p:cNvPr>
          <p:cNvSpPr/>
          <p:nvPr/>
        </p:nvSpPr>
        <p:spPr>
          <a:xfrm>
            <a:off x="8299396" y="5141517"/>
            <a:ext cx="1997542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</p:txBody>
      </p:sp>
      <p:sp>
        <p:nvSpPr>
          <p:cNvPr id="9" name="Diagrama de flujo: proceso 8">
            <a:extLst>
              <a:ext uri="{FF2B5EF4-FFF2-40B4-BE49-F238E27FC236}">
                <a16:creationId xmlns:a16="http://schemas.microsoft.com/office/drawing/2014/main" id="{D50D01F8-F71F-CAF7-1A81-6A3CB40DC4FE}"/>
              </a:ext>
            </a:extLst>
          </p:cNvPr>
          <p:cNvSpPr/>
          <p:nvPr/>
        </p:nvSpPr>
        <p:spPr>
          <a:xfrm>
            <a:off x="9160557" y="4384374"/>
            <a:ext cx="275217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AC428588-D0E0-DA69-6441-CC1D4E91FAEC}"/>
              </a:ext>
            </a:extLst>
          </p:cNvPr>
          <p:cNvSpPr/>
          <p:nvPr/>
        </p:nvSpPr>
        <p:spPr>
          <a:xfrm>
            <a:off x="8555816" y="6291091"/>
            <a:ext cx="1484697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predicción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AE25019-58F7-8821-3E0C-665B1B62DF9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961564" y="5537134"/>
            <a:ext cx="151141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E52FC04-2622-FC78-2545-74CF5AF331C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787980" y="5537134"/>
            <a:ext cx="15114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B4ADB1A-5B00-D4A8-8B93-84DBA9491798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9298166" y="4781645"/>
            <a:ext cx="1" cy="3598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A0DC2CC-F994-49F3-844B-4DE2AAD80DB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9298165" y="5932750"/>
            <a:ext cx="2" cy="3583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9CCF928-C25D-12D0-E81F-EAD8038C4BD0}"/>
              </a:ext>
            </a:extLst>
          </p:cNvPr>
          <p:cNvSpPr txBox="1"/>
          <p:nvPr/>
        </p:nvSpPr>
        <p:spPr>
          <a:xfrm>
            <a:off x="3025008" y="4893736"/>
            <a:ext cx="1384526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</a:t>
            </a:r>
          </a:p>
        </p:txBody>
      </p:sp>
    </p:spTree>
    <p:extLst>
      <p:ext uri="{BB962C8B-B14F-4D97-AF65-F5344CB8AC3E}">
        <p14:creationId xmlns:p14="http://schemas.microsoft.com/office/powerpoint/2010/main" val="271526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4E604-437D-78D7-D423-80518D57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65F87-B2FF-65CD-109F-14823701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72A359-7D84-A6C4-C714-C0C288222873}"/>
              </a:ext>
            </a:extLst>
          </p:cNvPr>
          <p:cNvSpPr txBox="1"/>
          <p:nvPr/>
        </p:nvSpPr>
        <p:spPr>
          <a:xfrm>
            <a:off x="964022" y="2353304"/>
            <a:ext cx="9332916" cy="70410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Existen dos tipos principales de aprendizaje supervisado.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Intenta predecir valores continuos.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55B802-46DD-9CAD-41C5-D6EE39E3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22" y="3429000"/>
            <a:ext cx="1124085" cy="29975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CA3A759-4CB8-F585-4021-9622EE930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2616" y="3738590"/>
            <a:ext cx="4442536" cy="268797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0EB276-75AE-3459-BA4A-43102CE804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5152" y="3738590"/>
            <a:ext cx="4442536" cy="2687970"/>
          </a:xfrm>
          <a:prstGeom prst="rect">
            <a:avLst/>
          </a:prstGeom>
        </p:spPr>
      </p:pic>
      <p:sp>
        <p:nvSpPr>
          <p:cNvPr id="11" name="Diagrama de flujo: proceso 10">
            <a:extLst>
              <a:ext uri="{FF2B5EF4-FFF2-40B4-BE49-F238E27FC236}">
                <a16:creationId xmlns:a16="http://schemas.microsoft.com/office/drawing/2014/main" id="{CF265489-5D8B-90FB-D8B6-D2DC29C6D239}"/>
              </a:ext>
            </a:extLst>
          </p:cNvPr>
          <p:cNvSpPr/>
          <p:nvPr/>
        </p:nvSpPr>
        <p:spPr>
          <a:xfrm>
            <a:off x="9240930" y="4319081"/>
            <a:ext cx="2648740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HIPÓTESIS</a:t>
            </a:r>
          </a:p>
        </p:txBody>
      </p:sp>
    </p:spTree>
    <p:extLst>
      <p:ext uri="{BB962C8B-B14F-4D97-AF65-F5344CB8AC3E}">
        <p14:creationId xmlns:p14="http://schemas.microsoft.com/office/powerpoint/2010/main" val="412145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4D3B-CD45-85B8-91AF-D85DC3AB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1517F-C488-2608-415A-183F55FE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290455-09CF-67BD-5844-6C488775DB94}"/>
              </a:ext>
            </a:extLst>
          </p:cNvPr>
          <p:cNvSpPr txBox="1"/>
          <p:nvPr/>
        </p:nvSpPr>
        <p:spPr>
          <a:xfrm>
            <a:off x="964022" y="2353304"/>
            <a:ext cx="9332916" cy="70410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Existen dos tipos principales de aprendizaje supervisado.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Intenta predecir valores discretos.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3C94D7-883E-E77B-C444-ABC25E36F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78" y="3818422"/>
            <a:ext cx="2119768" cy="199507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EB8C42D-ACB4-3120-74D2-1E180117F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046" y="3429000"/>
            <a:ext cx="4584589" cy="27739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7E52801-B039-2093-E1B3-3A63000FA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635" y="3429000"/>
            <a:ext cx="4584589" cy="2773920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179739B-860E-6A83-5CE9-3953591D1AAC}"/>
              </a:ext>
            </a:extLst>
          </p:cNvPr>
          <p:cNvCxnSpPr>
            <a:cxnSpLocks/>
          </p:cNvCxnSpPr>
          <p:nvPr/>
        </p:nvCxnSpPr>
        <p:spPr>
          <a:xfrm>
            <a:off x="8284191" y="3429000"/>
            <a:ext cx="0" cy="27739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C99EEE7-8D1E-E547-1546-F0B4893E1511}"/>
              </a:ext>
            </a:extLst>
          </p:cNvPr>
          <p:cNvCxnSpPr/>
          <p:nvPr/>
        </p:nvCxnSpPr>
        <p:spPr>
          <a:xfrm>
            <a:off x="8284191" y="3429000"/>
            <a:ext cx="32490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EB82C97-614A-E5E6-4533-CE921429CE06}"/>
              </a:ext>
            </a:extLst>
          </p:cNvPr>
          <p:cNvCxnSpPr/>
          <p:nvPr/>
        </p:nvCxnSpPr>
        <p:spPr>
          <a:xfrm flipH="1">
            <a:off x="6948635" y="6202920"/>
            <a:ext cx="13355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grama de flujo: proceso 16">
            <a:extLst>
              <a:ext uri="{FF2B5EF4-FFF2-40B4-BE49-F238E27FC236}">
                <a16:creationId xmlns:a16="http://schemas.microsoft.com/office/drawing/2014/main" id="{41008E4D-AC7A-BDFB-3988-C7F882C710DA}"/>
              </a:ext>
            </a:extLst>
          </p:cNvPr>
          <p:cNvSpPr/>
          <p:nvPr/>
        </p:nvSpPr>
        <p:spPr>
          <a:xfrm>
            <a:off x="9019135" y="2887187"/>
            <a:ext cx="1779146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 RIESGO</a:t>
            </a:r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FE1153A3-2EDF-BA31-D6C8-0AD12FF4A678}"/>
              </a:ext>
            </a:extLst>
          </p:cNvPr>
          <p:cNvSpPr/>
          <p:nvPr/>
        </p:nvSpPr>
        <p:spPr>
          <a:xfrm>
            <a:off x="6726840" y="6347462"/>
            <a:ext cx="1779146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BAJO RIESGO</a:t>
            </a:r>
          </a:p>
        </p:txBody>
      </p:sp>
      <p:sp>
        <p:nvSpPr>
          <p:cNvPr id="19" name="Diagrama de flujo: proceso 18">
            <a:extLst>
              <a:ext uri="{FF2B5EF4-FFF2-40B4-BE49-F238E27FC236}">
                <a16:creationId xmlns:a16="http://schemas.microsoft.com/office/drawing/2014/main" id="{8C586EB2-5DBA-636B-A75A-D611C786390D}"/>
              </a:ext>
            </a:extLst>
          </p:cNvPr>
          <p:cNvSpPr/>
          <p:nvPr/>
        </p:nvSpPr>
        <p:spPr>
          <a:xfrm>
            <a:off x="8351356" y="4815960"/>
            <a:ext cx="2648740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HIPÓTESIS</a:t>
            </a:r>
          </a:p>
        </p:txBody>
      </p:sp>
    </p:spTree>
    <p:extLst>
      <p:ext uri="{BB962C8B-B14F-4D97-AF65-F5344CB8AC3E}">
        <p14:creationId xmlns:p14="http://schemas.microsoft.com/office/powerpoint/2010/main" val="36189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488</Words>
  <Application>Microsoft Office PowerPoint</Application>
  <PresentationFormat>Panorámica</PresentationFormat>
  <Paragraphs>81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Times New Roman</vt:lpstr>
      <vt:lpstr>Wingdings</vt:lpstr>
      <vt:lpstr>Tema1</vt:lpstr>
      <vt:lpstr>Introducción a Aprendizaje Máquina</vt:lpstr>
      <vt:lpstr>¿Qué es el Machine Learning?</vt:lpstr>
      <vt:lpstr>¿Qué es el Machine Learning?</vt:lpstr>
      <vt:lpstr>¿Qué es el Machine Learning?</vt:lpstr>
      <vt:lpstr>Clasificación de los sistemas de Machine Learning</vt:lpstr>
      <vt:lpstr>Aprendizaje Supervisado</vt:lpstr>
      <vt:lpstr>Aprendizaje Supervisado</vt:lpstr>
      <vt:lpstr>Aprendizaje Supervisado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81</cp:revision>
  <dcterms:created xsi:type="dcterms:W3CDTF">2023-09-16T20:42:33Z</dcterms:created>
  <dcterms:modified xsi:type="dcterms:W3CDTF">2025-05-18T13:23:19Z</dcterms:modified>
</cp:coreProperties>
</file>