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
  </p:notesMasterIdLst>
  <p:sldIdLst>
    <p:sldId id="268" r:id="rId2"/>
    <p:sldId id="269" r:id="rId3"/>
    <p:sldId id="309" r:id="rId4"/>
    <p:sldId id="281" r:id="rId5"/>
    <p:sldId id="310" r:id="rId6"/>
    <p:sldId id="311" r:id="rId7"/>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Estilo claro 1 - Acento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0505E3EF-67EA-436B-97B2-0124C06EBD24}" styleName="Estilo medio 4 - Énfasis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F5AB1C69-6EDB-4FF4-983F-18BD219EF322}" styleName="Estilo medio 2 - Énfasis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Estilo medio 2 - Énfasis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Estilo medio 2 - Énfasis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Estilo medio 2 - Énfasis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E3FDE45-AF77-4B5C-9715-49D594BDF05E}" styleName="Estilo claro 1 - Acento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9DCAF9ED-07DC-4A11-8D7F-57B35C25682E}" styleName="Estilo medio 1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Estilo medio 2 - Énfasi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95" d="100"/>
          <a:sy n="95" d="100"/>
        </p:scale>
        <p:origin x="20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6E06FD9-7C5A-4B1C-968A-BB507C3E1197}" type="datetimeFigureOut">
              <a:rPr lang="es-MX" smtClean="0"/>
              <a:t>03/05/2025</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B6384F-A249-4C3C-8731-5338BA85F774}" type="slidenum">
              <a:rPr lang="es-MX" smtClean="0"/>
              <a:t>‹Nº›</a:t>
            </a:fld>
            <a:endParaRPr lang="es-MX"/>
          </a:p>
        </p:txBody>
      </p:sp>
    </p:spTree>
    <p:extLst>
      <p:ext uri="{BB962C8B-B14F-4D97-AF65-F5344CB8AC3E}">
        <p14:creationId xmlns:p14="http://schemas.microsoft.com/office/powerpoint/2010/main" val="31408590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9C7E07-3C67-C64C-8DA0-0404F6303970}"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155265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A89C7E07-3C67-C64C-8DA0-0404F6303970}" type="slidenum">
              <a:rPr lang="es-ES" smtClean="0"/>
              <a:t>2</a:t>
            </a:fld>
            <a:endParaRPr lang="es-ES"/>
          </a:p>
        </p:txBody>
      </p:sp>
    </p:spTree>
    <p:extLst>
      <p:ext uri="{BB962C8B-B14F-4D97-AF65-F5344CB8AC3E}">
        <p14:creationId xmlns:p14="http://schemas.microsoft.com/office/powerpoint/2010/main" val="13274242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50115-816A-5921-1F2F-9C23035B298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6E577B0-1ED1-31D1-7E84-B85BAF981D4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11F732F-76CB-57DB-B21B-5898D78A2513}"/>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734D79AE-A903-1253-134A-8D13A3636A3B}"/>
              </a:ext>
            </a:extLst>
          </p:cNvPr>
          <p:cNvSpPr>
            <a:spLocks noGrp="1"/>
          </p:cNvSpPr>
          <p:nvPr>
            <p:ph type="sldNum" sz="quarter" idx="5"/>
          </p:nvPr>
        </p:nvSpPr>
        <p:spPr/>
        <p:txBody>
          <a:bodyPr/>
          <a:lstStyle/>
          <a:p>
            <a:pPr rtl="0"/>
            <a:fld id="{A89C7E07-3C67-C64C-8DA0-0404F6303970}" type="slidenum">
              <a:rPr lang="es-ES" smtClean="0"/>
              <a:t>3</a:t>
            </a:fld>
            <a:endParaRPr lang="es-ES"/>
          </a:p>
        </p:txBody>
      </p:sp>
    </p:spTree>
    <p:extLst>
      <p:ext uri="{BB962C8B-B14F-4D97-AF65-F5344CB8AC3E}">
        <p14:creationId xmlns:p14="http://schemas.microsoft.com/office/powerpoint/2010/main" val="12141867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A89C7E07-3C67-C64C-8DA0-0404F6303970}" type="slidenum">
              <a:rPr lang="es-ES" smtClean="0"/>
              <a:t>4</a:t>
            </a:fld>
            <a:endParaRPr lang="es-ES"/>
          </a:p>
        </p:txBody>
      </p:sp>
    </p:spTree>
    <p:extLst>
      <p:ext uri="{BB962C8B-B14F-4D97-AF65-F5344CB8AC3E}">
        <p14:creationId xmlns:p14="http://schemas.microsoft.com/office/powerpoint/2010/main" val="4689701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D29665-913E-D422-328D-B31787429DC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ADC41F3-E7F3-4530-EB08-95B3BE9353E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CC2A81E-4278-E3C6-5BF8-E456B6F1527D}"/>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535EA5A6-8D28-C663-1A18-8139ADD8C475}"/>
              </a:ext>
            </a:extLst>
          </p:cNvPr>
          <p:cNvSpPr>
            <a:spLocks noGrp="1"/>
          </p:cNvSpPr>
          <p:nvPr>
            <p:ph type="sldNum" sz="quarter" idx="5"/>
          </p:nvPr>
        </p:nvSpPr>
        <p:spPr/>
        <p:txBody>
          <a:bodyPr/>
          <a:lstStyle/>
          <a:p>
            <a:pPr rtl="0"/>
            <a:fld id="{A89C7E07-3C67-C64C-8DA0-0404F6303970}" type="slidenum">
              <a:rPr lang="es-ES" smtClean="0"/>
              <a:t>5</a:t>
            </a:fld>
            <a:endParaRPr lang="es-ES"/>
          </a:p>
        </p:txBody>
      </p:sp>
    </p:spTree>
    <p:extLst>
      <p:ext uri="{BB962C8B-B14F-4D97-AF65-F5344CB8AC3E}">
        <p14:creationId xmlns:p14="http://schemas.microsoft.com/office/powerpoint/2010/main" val="30045583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D7362A-2FEB-06F9-8FCA-0F18EC70307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950FCA3-02C6-7055-699A-6CF79D9F739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B4CF587-19CA-B82B-D9C2-035707B2416A}"/>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4380F8A2-1B0F-EBE3-AAF4-5529EE16B048}"/>
              </a:ext>
            </a:extLst>
          </p:cNvPr>
          <p:cNvSpPr>
            <a:spLocks noGrp="1"/>
          </p:cNvSpPr>
          <p:nvPr>
            <p:ph type="sldNum" sz="quarter" idx="5"/>
          </p:nvPr>
        </p:nvSpPr>
        <p:spPr/>
        <p:txBody>
          <a:bodyPr/>
          <a:lstStyle/>
          <a:p>
            <a:pPr rtl="0"/>
            <a:fld id="{A89C7E07-3C67-C64C-8DA0-0404F6303970}" type="slidenum">
              <a:rPr lang="es-ES" smtClean="0"/>
              <a:t>6</a:t>
            </a:fld>
            <a:endParaRPr lang="es-ES"/>
          </a:p>
        </p:txBody>
      </p:sp>
    </p:spTree>
    <p:extLst>
      <p:ext uri="{BB962C8B-B14F-4D97-AF65-F5344CB8AC3E}">
        <p14:creationId xmlns:p14="http://schemas.microsoft.com/office/powerpoint/2010/main" val="19828709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ítulo">
    <p:bg>
      <p:bgPr>
        <a:solidFill>
          <a:schemeClr val="tx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B6987D-0137-DE42-B76B-FF621E808D90}"/>
              </a:ext>
            </a:extLst>
          </p:cNvPr>
          <p:cNvSpPr>
            <a:spLocks noGrp="1"/>
          </p:cNvSpPr>
          <p:nvPr>
            <p:ph type="ctrTitle"/>
          </p:nvPr>
        </p:nvSpPr>
        <p:spPr>
          <a:xfrm>
            <a:off x="6367054" y="2116182"/>
            <a:ext cx="5491571" cy="1514019"/>
          </a:xfrm>
          <a:prstGeom prst="rect">
            <a:avLst/>
          </a:prstGeom>
        </p:spPr>
        <p:txBody>
          <a:bodyPr lIns="0" tIns="0" rIns="0" bIns="0" rtlCol="0" anchor="b">
            <a:noAutofit/>
          </a:bodyPr>
          <a:lstStyle>
            <a:lvl1pPr algn="l">
              <a:defRPr sz="6000" b="1" i="0" spc="100" baseline="0">
                <a:solidFill>
                  <a:schemeClr val="bg1"/>
                </a:solidFill>
                <a:latin typeface="+mj-lt"/>
              </a:defRPr>
            </a:lvl1pPr>
          </a:lstStyle>
          <a:p>
            <a:pPr rtl="0"/>
            <a:r>
              <a:rPr lang="es-ES" noProof="0"/>
              <a:t>Haga clic para modificar el estilo de título del patrón</a:t>
            </a:r>
            <a:endParaRPr lang="es-ES" noProof="0" dirty="0"/>
          </a:p>
        </p:txBody>
      </p:sp>
      <p:grpSp>
        <p:nvGrpSpPr>
          <p:cNvPr id="9" name="Grupo 8">
            <a:extLst>
              <a:ext uri="{FF2B5EF4-FFF2-40B4-BE49-F238E27FC236}">
                <a16:creationId xmlns:a16="http://schemas.microsoft.com/office/drawing/2014/main" id="{C26C18C3-ED25-DD4B-BA72-24932D54DE37}"/>
              </a:ext>
            </a:extLst>
          </p:cNvPr>
          <p:cNvGrpSpPr>
            <a:grpSpLocks/>
          </p:cNvGrpSpPr>
          <p:nvPr userDrawn="1"/>
        </p:nvGrpSpPr>
        <p:grpSpPr bwMode="auto">
          <a:xfrm>
            <a:off x="1" y="758752"/>
            <a:ext cx="6099248" cy="6099248"/>
            <a:chOff x="0" y="12289"/>
            <a:chExt cx="3550" cy="3551"/>
          </a:xfrm>
        </p:grpSpPr>
        <p:sp>
          <p:nvSpPr>
            <p:cNvPr id="10" name="Forma libre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1" name="Forma libre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2" name="Forma libre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18" name="Marcador de texto 29">
            <a:extLst>
              <a:ext uri="{FF2B5EF4-FFF2-40B4-BE49-F238E27FC236}">
                <a16:creationId xmlns:a16="http://schemas.microsoft.com/office/drawing/2014/main" id="{276A9CD7-E675-3048-86D3-3546A2F6B456}"/>
              </a:ext>
            </a:extLst>
          </p:cNvPr>
          <p:cNvSpPr>
            <a:spLocks noGrp="1"/>
          </p:cNvSpPr>
          <p:nvPr>
            <p:ph type="body" sz="quarter" idx="11"/>
          </p:nvPr>
        </p:nvSpPr>
        <p:spPr>
          <a:xfrm>
            <a:off x="6367055" y="4549553"/>
            <a:ext cx="5491570" cy="953337"/>
          </a:xfrm>
        </p:spPr>
        <p:txBody>
          <a:bodyPr lIns="0" tIns="0" rIns="0" bIns="0" rtlCol="0">
            <a:noAutofit/>
          </a:bodyPr>
          <a:lstStyle>
            <a:lvl1pPr marL="0" indent="0">
              <a:buNone/>
              <a:defRPr sz="1800" b="0" i="0">
                <a:solidFill>
                  <a:schemeClr val="tx2"/>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cxnSp>
        <p:nvCxnSpPr>
          <p:cNvPr id="13" name="Conector recto 12">
            <a:extLst>
              <a:ext uri="{FF2B5EF4-FFF2-40B4-BE49-F238E27FC236}">
                <a16:creationId xmlns:a16="http://schemas.microsoft.com/office/drawing/2014/main" id="{A69706A2-3726-FE4E-B923-E75D48597816}"/>
              </a:ext>
            </a:extLst>
          </p:cNvPr>
          <p:cNvCxnSpPr>
            <a:cxnSpLocks/>
          </p:cNvCxnSpPr>
          <p:nvPr userDrawn="1"/>
        </p:nvCxnSpPr>
        <p:spPr>
          <a:xfrm>
            <a:off x="6367055" y="4252111"/>
            <a:ext cx="21348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7396690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upo 5">
            <a:extLst>
              <a:ext uri="{FF2B5EF4-FFF2-40B4-BE49-F238E27FC236}">
                <a16:creationId xmlns:a16="http://schemas.microsoft.com/office/drawing/2014/main" id="{806C6F65-35CD-D64B-992A-0C1C1E00384D}"/>
              </a:ext>
            </a:extLst>
          </p:cNvPr>
          <p:cNvGrpSpPr/>
          <p:nvPr userDrawn="1"/>
        </p:nvGrpSpPr>
        <p:grpSpPr>
          <a:xfrm>
            <a:off x="6362700" y="0"/>
            <a:ext cx="5829298" cy="3235602"/>
            <a:chOff x="5612972" y="1"/>
            <a:chExt cx="6615961" cy="3672246"/>
          </a:xfrm>
        </p:grpSpPr>
        <p:sp>
          <p:nvSpPr>
            <p:cNvPr id="7" name="Autoforma 24">
              <a:extLst>
                <a:ext uri="{FF2B5EF4-FFF2-40B4-BE49-F238E27FC236}">
                  <a16:creationId xmlns:a16="http://schemas.microsoft.com/office/drawing/2014/main" id="{CFD467E2-FF13-7E4F-BEF9-EA1A17665B2D}"/>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8" name="Forma libre 7">
              <a:extLst>
                <a:ext uri="{FF2B5EF4-FFF2-40B4-BE49-F238E27FC236}">
                  <a16:creationId xmlns:a16="http://schemas.microsoft.com/office/drawing/2014/main" id="{CA85A327-3157-B442-993A-6900F71249AC}"/>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9" name="Forma libre 8">
              <a:extLst>
                <a:ext uri="{FF2B5EF4-FFF2-40B4-BE49-F238E27FC236}">
                  <a16:creationId xmlns:a16="http://schemas.microsoft.com/office/drawing/2014/main" id="{9A459CB4-74AF-0544-AB1E-7CC6D10F84EB}"/>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0" name="Forma libre 9">
              <a:extLst>
                <a:ext uri="{FF2B5EF4-FFF2-40B4-BE49-F238E27FC236}">
                  <a16:creationId xmlns:a16="http://schemas.microsoft.com/office/drawing/2014/main" id="{95A20BFD-9142-D64A-A78A-61B75FCA0D76}"/>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1" name="Forma libre 10">
              <a:extLst>
                <a:ext uri="{FF2B5EF4-FFF2-40B4-BE49-F238E27FC236}">
                  <a16:creationId xmlns:a16="http://schemas.microsoft.com/office/drawing/2014/main" id="{B80736DF-C890-DB47-AEAA-D3D92505E632}"/>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12" name="Título 1">
            <a:extLst>
              <a:ext uri="{FF2B5EF4-FFF2-40B4-BE49-F238E27FC236}">
                <a16:creationId xmlns:a16="http://schemas.microsoft.com/office/drawing/2014/main" id="{39F93F26-ED5C-E74E-BFBD-E3054DC1B9C1}"/>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spc="50" baseline="0">
                <a:latin typeface="+mj-lt"/>
              </a:defRPr>
            </a:lvl1pPr>
          </a:lstStyle>
          <a:p>
            <a:pPr rtl="0"/>
            <a:r>
              <a:rPr lang="es-ES" noProof="0"/>
              <a:t>Haga clic para modificar el estilo de título del patrón</a:t>
            </a:r>
            <a:endParaRPr lang="es-ES" noProof="0" dirty="0"/>
          </a:p>
        </p:txBody>
      </p:sp>
      <p:cxnSp>
        <p:nvCxnSpPr>
          <p:cNvPr id="13" name="Conector recto 12">
            <a:extLst>
              <a:ext uri="{FF2B5EF4-FFF2-40B4-BE49-F238E27FC236}">
                <a16:creationId xmlns:a16="http://schemas.microsoft.com/office/drawing/2014/main" id="{CF0FD074-81E2-0D4E-8446-C5B415B238A0}"/>
              </a:ext>
            </a:extLst>
          </p:cNvPr>
          <p:cNvCxnSpPr>
            <a:cxnSpLocks/>
          </p:cNvCxnSpPr>
          <p:nvPr userDrawn="1"/>
        </p:nvCxnSpPr>
        <p:spPr>
          <a:xfrm>
            <a:off x="952500" y="1934655"/>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4" name="Marcador de texto 29">
            <a:extLst>
              <a:ext uri="{FF2B5EF4-FFF2-40B4-BE49-F238E27FC236}">
                <a16:creationId xmlns:a16="http://schemas.microsoft.com/office/drawing/2014/main" id="{58AAB058-5FFC-9E4E-AD2E-FB1B4EE51025}"/>
              </a:ext>
            </a:extLst>
          </p:cNvPr>
          <p:cNvSpPr>
            <a:spLocks noGrp="1"/>
          </p:cNvSpPr>
          <p:nvPr>
            <p:ph type="body" sz="quarter" idx="13"/>
          </p:nvPr>
        </p:nvSpPr>
        <p:spPr>
          <a:xfrm>
            <a:off x="952500" y="2818296"/>
            <a:ext cx="2133600"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15" name="Marcador de texto 29">
            <a:extLst>
              <a:ext uri="{FF2B5EF4-FFF2-40B4-BE49-F238E27FC236}">
                <a16:creationId xmlns:a16="http://schemas.microsoft.com/office/drawing/2014/main" id="{18ABDA74-C3EC-274D-BE87-AC5B825A2A4C}"/>
              </a:ext>
            </a:extLst>
          </p:cNvPr>
          <p:cNvSpPr>
            <a:spLocks noGrp="1"/>
          </p:cNvSpPr>
          <p:nvPr>
            <p:ph type="body" sz="quarter" idx="14"/>
          </p:nvPr>
        </p:nvSpPr>
        <p:spPr>
          <a:xfrm>
            <a:off x="952500" y="2209800"/>
            <a:ext cx="2133600"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cxnSp>
        <p:nvCxnSpPr>
          <p:cNvPr id="16" name="Conector recto 15">
            <a:extLst>
              <a:ext uri="{FF2B5EF4-FFF2-40B4-BE49-F238E27FC236}">
                <a16:creationId xmlns:a16="http://schemas.microsoft.com/office/drawing/2014/main" id="{A3DDE02E-BC75-2645-8725-CA2CFD327A3C}"/>
              </a:ext>
            </a:extLst>
          </p:cNvPr>
          <p:cNvCxnSpPr>
            <a:cxnSpLocks/>
          </p:cNvCxnSpPr>
          <p:nvPr userDrawn="1"/>
        </p:nvCxnSpPr>
        <p:spPr>
          <a:xfrm>
            <a:off x="3663043"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7" name="Marcador de texto 29">
            <a:extLst>
              <a:ext uri="{FF2B5EF4-FFF2-40B4-BE49-F238E27FC236}">
                <a16:creationId xmlns:a16="http://schemas.microsoft.com/office/drawing/2014/main" id="{3ABA9FD1-9B74-F14F-81EF-7B3407196B03}"/>
              </a:ext>
            </a:extLst>
          </p:cNvPr>
          <p:cNvSpPr>
            <a:spLocks noGrp="1"/>
          </p:cNvSpPr>
          <p:nvPr>
            <p:ph type="body" sz="quarter" idx="15"/>
          </p:nvPr>
        </p:nvSpPr>
        <p:spPr>
          <a:xfrm>
            <a:off x="3663042" y="2818296"/>
            <a:ext cx="2128157"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18" name="Marcador de texto 29">
            <a:extLst>
              <a:ext uri="{FF2B5EF4-FFF2-40B4-BE49-F238E27FC236}">
                <a16:creationId xmlns:a16="http://schemas.microsoft.com/office/drawing/2014/main" id="{0E9E9D03-0186-5B4C-A73F-95ADCD08A44A}"/>
              </a:ext>
            </a:extLst>
          </p:cNvPr>
          <p:cNvSpPr>
            <a:spLocks noGrp="1"/>
          </p:cNvSpPr>
          <p:nvPr>
            <p:ph type="body" sz="quarter" idx="16"/>
          </p:nvPr>
        </p:nvSpPr>
        <p:spPr>
          <a:xfrm>
            <a:off x="3663042" y="2209800"/>
            <a:ext cx="2128157"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cxnSp>
        <p:nvCxnSpPr>
          <p:cNvPr id="20" name="Conector recto 19">
            <a:extLst>
              <a:ext uri="{FF2B5EF4-FFF2-40B4-BE49-F238E27FC236}">
                <a16:creationId xmlns:a16="http://schemas.microsoft.com/office/drawing/2014/main" id="{E01EE6FD-FABB-AD48-92DA-19805B502918}"/>
              </a:ext>
            </a:extLst>
          </p:cNvPr>
          <p:cNvCxnSpPr>
            <a:cxnSpLocks/>
          </p:cNvCxnSpPr>
          <p:nvPr userDrawn="1"/>
        </p:nvCxnSpPr>
        <p:spPr>
          <a:xfrm>
            <a:off x="952500" y="4248119"/>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1" name="Marcador de texto 29">
            <a:extLst>
              <a:ext uri="{FF2B5EF4-FFF2-40B4-BE49-F238E27FC236}">
                <a16:creationId xmlns:a16="http://schemas.microsoft.com/office/drawing/2014/main" id="{F953BCFF-5CB8-784F-ACC1-A14670E62196}"/>
              </a:ext>
            </a:extLst>
          </p:cNvPr>
          <p:cNvSpPr>
            <a:spLocks noGrp="1"/>
          </p:cNvSpPr>
          <p:nvPr>
            <p:ph type="body" sz="quarter" idx="19"/>
          </p:nvPr>
        </p:nvSpPr>
        <p:spPr>
          <a:xfrm>
            <a:off x="952500" y="5131299"/>
            <a:ext cx="2133600"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22" name="Marcador de texto 29">
            <a:extLst>
              <a:ext uri="{FF2B5EF4-FFF2-40B4-BE49-F238E27FC236}">
                <a16:creationId xmlns:a16="http://schemas.microsoft.com/office/drawing/2014/main" id="{97DCC038-CDD3-1D48-B8BA-2617616935C5}"/>
              </a:ext>
            </a:extLst>
          </p:cNvPr>
          <p:cNvSpPr>
            <a:spLocks noGrp="1"/>
          </p:cNvSpPr>
          <p:nvPr>
            <p:ph type="body" sz="quarter" idx="20"/>
          </p:nvPr>
        </p:nvSpPr>
        <p:spPr>
          <a:xfrm>
            <a:off x="952500" y="4522803"/>
            <a:ext cx="2133600"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cxnSp>
        <p:nvCxnSpPr>
          <p:cNvPr id="23" name="Conector recto 22">
            <a:extLst>
              <a:ext uri="{FF2B5EF4-FFF2-40B4-BE49-F238E27FC236}">
                <a16:creationId xmlns:a16="http://schemas.microsoft.com/office/drawing/2014/main" id="{93BB36CC-7349-334D-A028-58D01025E726}"/>
              </a:ext>
            </a:extLst>
          </p:cNvPr>
          <p:cNvCxnSpPr>
            <a:cxnSpLocks/>
          </p:cNvCxnSpPr>
          <p:nvPr userDrawn="1"/>
        </p:nvCxnSpPr>
        <p:spPr>
          <a:xfrm>
            <a:off x="3663043"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4" name="Marcador de texto 29">
            <a:extLst>
              <a:ext uri="{FF2B5EF4-FFF2-40B4-BE49-F238E27FC236}">
                <a16:creationId xmlns:a16="http://schemas.microsoft.com/office/drawing/2014/main" id="{C20DFC6E-CE65-E94B-921D-38F386E173F2}"/>
              </a:ext>
            </a:extLst>
          </p:cNvPr>
          <p:cNvSpPr>
            <a:spLocks noGrp="1"/>
          </p:cNvSpPr>
          <p:nvPr>
            <p:ph type="body" sz="quarter" idx="21"/>
          </p:nvPr>
        </p:nvSpPr>
        <p:spPr>
          <a:xfrm>
            <a:off x="3663042" y="5131299"/>
            <a:ext cx="2128157"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25" name="Marcador de texto 29">
            <a:extLst>
              <a:ext uri="{FF2B5EF4-FFF2-40B4-BE49-F238E27FC236}">
                <a16:creationId xmlns:a16="http://schemas.microsoft.com/office/drawing/2014/main" id="{773FBF72-A3D8-2F4E-BAD2-2755F0BE4A47}"/>
              </a:ext>
            </a:extLst>
          </p:cNvPr>
          <p:cNvSpPr>
            <a:spLocks noGrp="1"/>
          </p:cNvSpPr>
          <p:nvPr>
            <p:ph type="body" sz="quarter" idx="22"/>
          </p:nvPr>
        </p:nvSpPr>
        <p:spPr>
          <a:xfrm>
            <a:off x="3663042" y="4522803"/>
            <a:ext cx="2128157"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cxnSp>
        <p:nvCxnSpPr>
          <p:cNvPr id="26" name="Conector recto 25">
            <a:extLst>
              <a:ext uri="{FF2B5EF4-FFF2-40B4-BE49-F238E27FC236}">
                <a16:creationId xmlns:a16="http://schemas.microsoft.com/office/drawing/2014/main" id="{C402C0D4-D9C4-F547-B996-38177302A3DC}"/>
              </a:ext>
            </a:extLst>
          </p:cNvPr>
          <p:cNvCxnSpPr>
            <a:cxnSpLocks/>
          </p:cNvCxnSpPr>
          <p:nvPr userDrawn="1"/>
        </p:nvCxnSpPr>
        <p:spPr>
          <a:xfrm>
            <a:off x="6367055"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7" name="Marcador de texto 29">
            <a:extLst>
              <a:ext uri="{FF2B5EF4-FFF2-40B4-BE49-F238E27FC236}">
                <a16:creationId xmlns:a16="http://schemas.microsoft.com/office/drawing/2014/main" id="{9B18A1DC-4A61-514B-9F70-1DCC893EBB17}"/>
              </a:ext>
            </a:extLst>
          </p:cNvPr>
          <p:cNvSpPr>
            <a:spLocks noGrp="1"/>
          </p:cNvSpPr>
          <p:nvPr>
            <p:ph type="body" sz="quarter" idx="23"/>
          </p:nvPr>
        </p:nvSpPr>
        <p:spPr>
          <a:xfrm>
            <a:off x="6367054" y="5131299"/>
            <a:ext cx="2129245"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28" name="Marcador de texto 29">
            <a:extLst>
              <a:ext uri="{FF2B5EF4-FFF2-40B4-BE49-F238E27FC236}">
                <a16:creationId xmlns:a16="http://schemas.microsoft.com/office/drawing/2014/main" id="{DD138509-2AA1-D540-90D6-288474956619}"/>
              </a:ext>
            </a:extLst>
          </p:cNvPr>
          <p:cNvSpPr>
            <a:spLocks noGrp="1"/>
          </p:cNvSpPr>
          <p:nvPr>
            <p:ph type="body" sz="quarter" idx="24"/>
          </p:nvPr>
        </p:nvSpPr>
        <p:spPr>
          <a:xfrm>
            <a:off x="6367054" y="4522803"/>
            <a:ext cx="2129245"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2" name="Marcador de fecha 1">
            <a:extLst>
              <a:ext uri="{FF2B5EF4-FFF2-40B4-BE49-F238E27FC236}">
                <a16:creationId xmlns:a16="http://schemas.microsoft.com/office/drawing/2014/main" id="{62655503-4608-4F79-A5D4-B2F67958F263}"/>
              </a:ext>
            </a:extLst>
          </p:cNvPr>
          <p:cNvSpPr>
            <a:spLocks noGrp="1"/>
          </p:cNvSpPr>
          <p:nvPr>
            <p:ph type="dt" sz="half" idx="25"/>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0CFFE12A-8763-4EB7-9CEB-5B78076C5C21}"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 de mayo de 2025</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9DAFA395-FE4C-4A99-A74E-57757D8473E1}"/>
              </a:ext>
            </a:extLst>
          </p:cNvPr>
          <p:cNvSpPr>
            <a:spLocks noGrp="1"/>
          </p:cNvSpPr>
          <p:nvPr>
            <p:ph type="ftr" sz="quarter" idx="26"/>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30A6A117-A0E8-43E1-9120-CE3B8B97667F}"/>
              </a:ext>
            </a:extLst>
          </p:cNvPr>
          <p:cNvSpPr>
            <a:spLocks noGrp="1"/>
          </p:cNvSpPr>
          <p:nvPr>
            <p:ph type="sldNum" sz="quarter" idx="27"/>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32839545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ción">
    <p:spTree>
      <p:nvGrpSpPr>
        <p:cNvPr id="1" name=""/>
        <p:cNvGrpSpPr/>
        <p:nvPr/>
      </p:nvGrpSpPr>
      <p:grpSpPr>
        <a:xfrm>
          <a:off x="0" y="0"/>
          <a:ext cx="0" cy="0"/>
          <a:chOff x="0" y="0"/>
          <a:chExt cx="0" cy="0"/>
        </a:xfrm>
      </p:grpSpPr>
      <p:grpSp>
        <p:nvGrpSpPr>
          <p:cNvPr id="13" name="Grupo 12">
            <a:extLst>
              <a:ext uri="{FF2B5EF4-FFF2-40B4-BE49-F238E27FC236}">
                <a16:creationId xmlns:a16="http://schemas.microsoft.com/office/drawing/2014/main" id="{C82066DD-D313-D148-89C7-338EB873A730}"/>
              </a:ext>
            </a:extLst>
          </p:cNvPr>
          <p:cNvGrpSpPr>
            <a:grpSpLocks/>
          </p:cNvGrpSpPr>
          <p:nvPr userDrawn="1"/>
        </p:nvGrpSpPr>
        <p:grpSpPr bwMode="auto">
          <a:xfrm rot="16200000" flipV="1">
            <a:off x="0" y="3900132"/>
            <a:ext cx="2959226" cy="2959226"/>
            <a:chOff x="0" y="12289"/>
            <a:chExt cx="3550" cy="3551"/>
          </a:xfrm>
        </p:grpSpPr>
        <p:sp>
          <p:nvSpPr>
            <p:cNvPr id="15" name="Forma libre 14">
              <a:extLst>
                <a:ext uri="{FF2B5EF4-FFF2-40B4-BE49-F238E27FC236}">
                  <a16:creationId xmlns:a16="http://schemas.microsoft.com/office/drawing/2014/main" id="{A5BBD7C7-99D1-E841-A081-6912D1F2B855}"/>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6" name="Forma libre 15">
              <a:extLst>
                <a:ext uri="{FF2B5EF4-FFF2-40B4-BE49-F238E27FC236}">
                  <a16:creationId xmlns:a16="http://schemas.microsoft.com/office/drawing/2014/main" id="{227A14EE-CB79-754A-8B19-EB9874B3158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9" name="Forma libre 18">
              <a:extLst>
                <a:ext uri="{FF2B5EF4-FFF2-40B4-BE49-F238E27FC236}">
                  <a16:creationId xmlns:a16="http://schemas.microsoft.com/office/drawing/2014/main" id="{35B38B80-C3D3-4C47-B468-C41A8FF36F2A}"/>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14" name="Marcador de posición de imagen 2">
            <a:extLst>
              <a:ext uri="{FF2B5EF4-FFF2-40B4-BE49-F238E27FC236}">
                <a16:creationId xmlns:a16="http://schemas.microsoft.com/office/drawing/2014/main" id="{F0C4E8C2-3240-594A-9D5E-1BCD1AF44C5E}"/>
              </a:ext>
            </a:extLst>
          </p:cNvPr>
          <p:cNvSpPr>
            <a:spLocks noGrp="1"/>
          </p:cNvSpPr>
          <p:nvPr>
            <p:ph type="pic" sz="quarter" idx="13"/>
          </p:nvPr>
        </p:nvSpPr>
        <p:spPr>
          <a:xfrm>
            <a:off x="6096000" y="-22543"/>
            <a:ext cx="6096000" cy="6903086"/>
          </a:xfrm>
        </p:spPr>
        <p:txBody>
          <a:bodyPr rtlCol="0"/>
          <a:lstStyle/>
          <a:p>
            <a:pPr rtl="0"/>
            <a:r>
              <a:rPr lang="es-ES" noProof="0"/>
              <a:t>Haga clic en el icono para agregar una imagen</a:t>
            </a:r>
            <a:endParaRPr lang="es-ES" noProof="0" dirty="0"/>
          </a:p>
        </p:txBody>
      </p:sp>
      <p:sp>
        <p:nvSpPr>
          <p:cNvPr id="9" name="Título 1">
            <a:extLst>
              <a:ext uri="{FF2B5EF4-FFF2-40B4-BE49-F238E27FC236}">
                <a16:creationId xmlns:a16="http://schemas.microsoft.com/office/drawing/2014/main" id="{A5C37098-CEB2-1E45-989B-3DD92F3B1A30}"/>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s-ES" noProof="0"/>
              <a:t>Haga clic para modificar el estilo de título del patrón</a:t>
            </a:r>
            <a:endParaRPr lang="es-ES" noProof="0" dirty="0"/>
          </a:p>
        </p:txBody>
      </p:sp>
      <p:cxnSp>
        <p:nvCxnSpPr>
          <p:cNvPr id="17" name="Conector recto 16">
            <a:extLst>
              <a:ext uri="{FF2B5EF4-FFF2-40B4-BE49-F238E27FC236}">
                <a16:creationId xmlns:a16="http://schemas.microsoft.com/office/drawing/2014/main" id="{1D23F761-57FC-3649-AE84-0C3EF95EF561}"/>
              </a:ext>
            </a:extLst>
          </p:cNvPr>
          <p:cNvCxnSpPr>
            <a:cxnSpLocks/>
          </p:cNvCxnSpPr>
          <p:nvPr userDrawn="1"/>
        </p:nvCxnSpPr>
        <p:spPr>
          <a:xfrm>
            <a:off x="952500" y="1939108"/>
            <a:ext cx="21348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8" name="Marcador de texto 29">
            <a:extLst>
              <a:ext uri="{FF2B5EF4-FFF2-40B4-BE49-F238E27FC236}">
                <a16:creationId xmlns:a16="http://schemas.microsoft.com/office/drawing/2014/main" id="{E66F2BC9-2F8A-1543-9AFD-9BAB0E75B31C}"/>
              </a:ext>
            </a:extLst>
          </p:cNvPr>
          <p:cNvSpPr>
            <a:spLocks noGrp="1"/>
          </p:cNvSpPr>
          <p:nvPr>
            <p:ph type="body" sz="quarter" idx="11"/>
          </p:nvPr>
        </p:nvSpPr>
        <p:spPr>
          <a:xfrm>
            <a:off x="952499" y="2289363"/>
            <a:ext cx="4572001" cy="2795232"/>
          </a:xfrm>
        </p:spPr>
        <p:txBody>
          <a:bodyPr lIns="0" tIns="0" rIns="0" bIns="0" rtlCol="0">
            <a:noAutofit/>
          </a:bodyPr>
          <a:lstStyle>
            <a:lvl1pPr marL="0" indent="0">
              <a:lnSpc>
                <a:spcPct val="100000"/>
              </a:lnSpc>
              <a:buNone/>
              <a:defRPr sz="16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2" name="Marcador de fecha 1">
            <a:extLst>
              <a:ext uri="{FF2B5EF4-FFF2-40B4-BE49-F238E27FC236}">
                <a16:creationId xmlns:a16="http://schemas.microsoft.com/office/drawing/2014/main" id="{CA64E0B3-57C5-4DAF-8531-F39610E77C09}"/>
              </a:ext>
            </a:extLst>
          </p:cNvPr>
          <p:cNvSpPr>
            <a:spLocks noGrp="1"/>
          </p:cNvSpPr>
          <p:nvPr>
            <p:ph type="dt" sz="half" idx="14"/>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845086BA-4771-4251-A1A0-95AEDDEBD7A7}"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 de mayo de 2025</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B7E0EC46-C626-4D58-AB64-0B3B850D1482}"/>
              </a:ext>
            </a:extLst>
          </p:cNvPr>
          <p:cNvSpPr>
            <a:spLocks noGrp="1"/>
          </p:cNvSpPr>
          <p:nvPr>
            <p:ph type="ftr" sz="quarter" idx="15"/>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8F25D00C-8F5C-4528-87FA-F9431D967555}"/>
              </a:ext>
            </a:extLst>
          </p:cNvPr>
          <p:cNvSpPr>
            <a:spLocks noGrp="1"/>
          </p:cNvSpPr>
          <p:nvPr>
            <p:ph type="sldNum" sz="quarter" idx="16"/>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3865347525"/>
      </p:ext>
    </p:extLst>
  </p:cSld>
  <p:clrMapOvr>
    <a:masterClrMapping/>
  </p:clrMapOvr>
  <p:extLst>
    <p:ext uri="{DCECCB84-F9BA-43D5-87BE-67443E8EF086}">
      <p15:sldGuideLst xmlns:p15="http://schemas.microsoft.com/office/powerpoint/2012/main">
        <p15:guide id="1" pos="600">
          <p15:clr>
            <a:srgbClr val="FBAE40"/>
          </p15:clr>
        </p15:guide>
        <p15:guide id="6" pos="3480">
          <p15:clr>
            <a:srgbClr val="FBAE40"/>
          </p15:clr>
        </p15:guide>
        <p15:guide id="7" orient="horz" pos="1440">
          <p15:clr>
            <a:srgbClr val="FBAE40"/>
          </p15:clr>
        </p15:guide>
        <p15:guide id="9" orient="horz" pos="1224">
          <p15:clr>
            <a:srgbClr val="FBAE40"/>
          </p15:clr>
        </p15:guide>
        <p15:guide id="10" orient="horz" pos="55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escanso">
    <p:bg>
      <p:bgPr>
        <a:solidFill>
          <a:schemeClr val="tx1"/>
        </a:solidFill>
        <a:effectLst/>
      </p:bgPr>
    </p:bg>
    <p:spTree>
      <p:nvGrpSpPr>
        <p:cNvPr id="1" name=""/>
        <p:cNvGrpSpPr/>
        <p:nvPr/>
      </p:nvGrpSpPr>
      <p:grpSpPr>
        <a:xfrm>
          <a:off x="0" y="0"/>
          <a:ext cx="0" cy="0"/>
          <a:chOff x="0" y="0"/>
          <a:chExt cx="0" cy="0"/>
        </a:xfrm>
      </p:grpSpPr>
      <p:sp>
        <p:nvSpPr>
          <p:cNvPr id="21" name="Marcador de posición de imagen 2">
            <a:extLst>
              <a:ext uri="{FF2B5EF4-FFF2-40B4-BE49-F238E27FC236}">
                <a16:creationId xmlns:a16="http://schemas.microsoft.com/office/drawing/2014/main" id="{50E2385F-F6FA-D345-AF77-A9EE8E49310D}"/>
              </a:ext>
            </a:extLst>
          </p:cNvPr>
          <p:cNvSpPr>
            <a:spLocks noGrp="1"/>
          </p:cNvSpPr>
          <p:nvPr>
            <p:ph type="pic" sz="quarter" idx="13"/>
          </p:nvPr>
        </p:nvSpPr>
        <p:spPr>
          <a:xfrm>
            <a:off x="0" y="0"/>
            <a:ext cx="12191998" cy="6858000"/>
          </a:xfrm>
          <a:solidFill>
            <a:schemeClr val="accent2"/>
          </a:solidFill>
        </p:spPr>
        <p:txBody>
          <a:bodyPr rtlCol="0"/>
          <a:lstStyle/>
          <a:p>
            <a:pPr rtl="0"/>
            <a:r>
              <a:rPr lang="es-ES" noProof="0"/>
              <a:t>Haga clic en el icono para agregar una imagen</a:t>
            </a:r>
            <a:endParaRPr lang="es-ES" noProof="0" dirty="0"/>
          </a:p>
        </p:txBody>
      </p:sp>
      <p:sp>
        <p:nvSpPr>
          <p:cNvPr id="18" name="Título 1">
            <a:extLst>
              <a:ext uri="{FF2B5EF4-FFF2-40B4-BE49-F238E27FC236}">
                <a16:creationId xmlns:a16="http://schemas.microsoft.com/office/drawing/2014/main" id="{8D492973-78E3-D34E-835E-CF2D4517016D}"/>
              </a:ext>
            </a:extLst>
          </p:cNvPr>
          <p:cNvSpPr>
            <a:spLocks noGrp="1"/>
          </p:cNvSpPr>
          <p:nvPr>
            <p:ph type="title"/>
          </p:nvPr>
        </p:nvSpPr>
        <p:spPr>
          <a:xfrm>
            <a:off x="7193943" y="3045437"/>
            <a:ext cx="4941477" cy="610863"/>
          </a:xfrm>
          <a:prstGeom prst="rect">
            <a:avLst/>
          </a:prstGeom>
        </p:spPr>
        <p:txBody>
          <a:bodyPr lIns="0" tIns="0" rIns="0" bIns="0" rtlCol="0" anchor="b" anchorCtr="0">
            <a:normAutofit/>
          </a:bodyPr>
          <a:lstStyle>
            <a:lvl1pPr>
              <a:defRPr sz="4100" b="1" i="0" baseline="0">
                <a:solidFill>
                  <a:schemeClr val="tx1"/>
                </a:solidFill>
                <a:latin typeface="+mj-lt"/>
              </a:defRPr>
            </a:lvl1pPr>
          </a:lstStyle>
          <a:p>
            <a:pPr rtl="0"/>
            <a:r>
              <a:rPr lang="es-ES" noProof="0"/>
              <a:t>Haga clic para modificar el estilo de título del patrón</a:t>
            </a:r>
            <a:endParaRPr lang="es-ES" noProof="0" dirty="0"/>
          </a:p>
        </p:txBody>
      </p:sp>
      <p:cxnSp>
        <p:nvCxnSpPr>
          <p:cNvPr id="20" name="Conector recto 19">
            <a:extLst>
              <a:ext uri="{FF2B5EF4-FFF2-40B4-BE49-F238E27FC236}">
                <a16:creationId xmlns:a16="http://schemas.microsoft.com/office/drawing/2014/main" id="{4BE3A3D6-A0AD-C84D-8B2A-743F5F95432E}"/>
              </a:ext>
            </a:extLst>
          </p:cNvPr>
          <p:cNvCxnSpPr>
            <a:cxnSpLocks/>
          </p:cNvCxnSpPr>
          <p:nvPr userDrawn="1"/>
        </p:nvCxnSpPr>
        <p:spPr>
          <a:xfrm>
            <a:off x="7154721" y="4003877"/>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grpSp>
        <p:nvGrpSpPr>
          <p:cNvPr id="22" name="Grupo 21">
            <a:extLst>
              <a:ext uri="{FF2B5EF4-FFF2-40B4-BE49-F238E27FC236}">
                <a16:creationId xmlns:a16="http://schemas.microsoft.com/office/drawing/2014/main" id="{F4CB38BE-0FF2-694C-AA3C-D73DBF7C332C}"/>
              </a:ext>
            </a:extLst>
          </p:cNvPr>
          <p:cNvGrpSpPr>
            <a:grpSpLocks/>
          </p:cNvGrpSpPr>
          <p:nvPr userDrawn="1"/>
        </p:nvGrpSpPr>
        <p:grpSpPr bwMode="auto">
          <a:xfrm rot="10800000">
            <a:off x="9509760" y="-3"/>
            <a:ext cx="2682238" cy="2682238"/>
            <a:chOff x="0" y="12289"/>
            <a:chExt cx="3550" cy="3551"/>
          </a:xfrm>
          <a:solidFill>
            <a:schemeClr val="tx1"/>
          </a:solidFill>
        </p:grpSpPr>
        <p:sp>
          <p:nvSpPr>
            <p:cNvPr id="23" name="Forma libre 22">
              <a:extLst>
                <a:ext uri="{FF2B5EF4-FFF2-40B4-BE49-F238E27FC236}">
                  <a16:creationId xmlns:a16="http://schemas.microsoft.com/office/drawing/2014/main" id="{F0257420-2EA0-6348-8B9E-1414F5297265}"/>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4" name="Forma libre 23">
              <a:extLst>
                <a:ext uri="{FF2B5EF4-FFF2-40B4-BE49-F238E27FC236}">
                  <a16:creationId xmlns:a16="http://schemas.microsoft.com/office/drawing/2014/main" id="{7FE65C23-C0EF-BB41-884A-01C2A7356159}"/>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5" name="Forma libre 24">
              <a:extLst>
                <a:ext uri="{FF2B5EF4-FFF2-40B4-BE49-F238E27FC236}">
                  <a16:creationId xmlns:a16="http://schemas.microsoft.com/office/drawing/2014/main" id="{F73F5EB6-53C7-D44C-9003-FB5A81F9890D}"/>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Tree>
    <p:extLst>
      <p:ext uri="{BB962C8B-B14F-4D97-AF65-F5344CB8AC3E}">
        <p14:creationId xmlns:p14="http://schemas.microsoft.com/office/powerpoint/2010/main" val="1240272940"/>
      </p:ext>
    </p:extLst>
  </p:cSld>
  <p:clrMapOvr>
    <a:masterClrMapping/>
  </p:clrMapOvr>
  <p:extLst>
    <p:ext uri="{DCECCB84-F9BA-43D5-87BE-67443E8EF086}">
      <p15:sldGuideLst xmlns:p15="http://schemas.microsoft.com/office/powerpoint/2012/main">
        <p15:guide id="2" pos="7104">
          <p15:clr>
            <a:srgbClr val="FBAE40"/>
          </p15:clr>
        </p15:guide>
        <p15:guide id="3" pos="4344">
          <p15:clr>
            <a:srgbClr val="FBAE40"/>
          </p15:clr>
        </p15:guide>
        <p15:guide id="4" pos="4560">
          <p15:clr>
            <a:srgbClr val="FBAE40"/>
          </p15:clr>
        </p15:guide>
        <p15:guide id="8" orient="horz" pos="184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Gráfico">
    <p:bg>
      <p:bgPr>
        <a:solidFill>
          <a:schemeClr val="tx1"/>
        </a:solidFill>
        <a:effectLst/>
      </p:bgPr>
    </p:bg>
    <p:spTree>
      <p:nvGrpSpPr>
        <p:cNvPr id="1" name=""/>
        <p:cNvGrpSpPr/>
        <p:nvPr/>
      </p:nvGrpSpPr>
      <p:grpSpPr>
        <a:xfrm>
          <a:off x="0" y="0"/>
          <a:ext cx="0" cy="0"/>
          <a:chOff x="0" y="0"/>
          <a:chExt cx="0" cy="0"/>
        </a:xfrm>
      </p:grpSpPr>
      <p:sp>
        <p:nvSpPr>
          <p:cNvPr id="6" name="Marcador de posición de gráfico 5">
            <a:extLst>
              <a:ext uri="{FF2B5EF4-FFF2-40B4-BE49-F238E27FC236}">
                <a16:creationId xmlns:a16="http://schemas.microsoft.com/office/drawing/2014/main" id="{75992517-0394-6B43-B15D-2A86A34512F3}"/>
              </a:ext>
            </a:extLst>
          </p:cNvPr>
          <p:cNvSpPr>
            <a:spLocks noGrp="1"/>
          </p:cNvSpPr>
          <p:nvPr>
            <p:ph type="chart" sz="quarter" idx="10"/>
          </p:nvPr>
        </p:nvSpPr>
        <p:spPr>
          <a:xfrm>
            <a:off x="952500" y="1939108"/>
            <a:ext cx="10352810" cy="4110702"/>
          </a:xfrm>
        </p:spPr>
        <p:txBody>
          <a:bodyPr rtlCol="0"/>
          <a:lstStyle>
            <a:lvl1pPr>
              <a:defRPr>
                <a:solidFill>
                  <a:schemeClr val="tx1"/>
                </a:solidFill>
              </a:defRPr>
            </a:lvl1pPr>
          </a:lstStyle>
          <a:p>
            <a:pPr rtl="0"/>
            <a:r>
              <a:rPr lang="es-ES" noProof="0"/>
              <a:t>Haga clic en el icono para agregar un gráfico</a:t>
            </a:r>
          </a:p>
        </p:txBody>
      </p:sp>
      <p:sp>
        <p:nvSpPr>
          <p:cNvPr id="16" name="Título 1">
            <a:extLst>
              <a:ext uri="{FF2B5EF4-FFF2-40B4-BE49-F238E27FC236}">
                <a16:creationId xmlns:a16="http://schemas.microsoft.com/office/drawing/2014/main" id="{109B023A-F28F-184D-BA48-3F1C0502AE0A}"/>
              </a:ext>
            </a:extLst>
          </p:cNvPr>
          <p:cNvSpPr>
            <a:spLocks noGrp="1"/>
          </p:cNvSpPr>
          <p:nvPr>
            <p:ph type="title" hasCustomPrompt="1"/>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s-ES" noProof="0"/>
              <a:t>Haga clic para editar </a:t>
            </a:r>
          </a:p>
        </p:txBody>
      </p:sp>
      <p:sp>
        <p:nvSpPr>
          <p:cNvPr id="2" name="Marcador de fecha 1">
            <a:extLst>
              <a:ext uri="{FF2B5EF4-FFF2-40B4-BE49-F238E27FC236}">
                <a16:creationId xmlns:a16="http://schemas.microsoft.com/office/drawing/2014/main" id="{371012B1-809A-45CE-9FED-46D08DC8C42B}"/>
              </a:ext>
            </a:extLst>
          </p:cNvPr>
          <p:cNvSpPr>
            <a:spLocks noGrp="1"/>
          </p:cNvSpPr>
          <p:nvPr>
            <p:ph type="dt" sz="half" idx="1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6A99CD11-04C6-421F-AE19-E5D29CCF776B}"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 de mayo de 2025</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3FB6FA27-6601-4107-A3C9-808CB4430246}"/>
              </a:ext>
            </a:extLst>
          </p:cNvPr>
          <p:cNvSpPr>
            <a:spLocks noGrp="1"/>
          </p:cNvSpPr>
          <p:nvPr>
            <p:ph type="ftr" sz="quarter" idx="12"/>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0919432A-F8B5-4A96-AEE6-2E159658D5DD}"/>
              </a:ext>
            </a:extLst>
          </p:cNvPr>
          <p:cNvSpPr>
            <a:spLocks noGrp="1"/>
          </p:cNvSpPr>
          <p:nvPr>
            <p:ph type="sldNum" sz="quarter" idx="13"/>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3704365143"/>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la">
    <p:bg>
      <p:bgPr>
        <a:solidFill>
          <a:schemeClr val="tx1"/>
        </a:solidFill>
        <a:effectLst/>
      </p:bgPr>
    </p:bg>
    <p:spTree>
      <p:nvGrpSpPr>
        <p:cNvPr id="1" name=""/>
        <p:cNvGrpSpPr/>
        <p:nvPr/>
      </p:nvGrpSpPr>
      <p:grpSpPr>
        <a:xfrm>
          <a:off x="0" y="0"/>
          <a:ext cx="0" cy="0"/>
          <a:chOff x="0" y="0"/>
          <a:chExt cx="0" cy="0"/>
        </a:xfrm>
      </p:grpSpPr>
      <p:sp>
        <p:nvSpPr>
          <p:cNvPr id="16" name="Título 1">
            <a:extLst>
              <a:ext uri="{FF2B5EF4-FFF2-40B4-BE49-F238E27FC236}">
                <a16:creationId xmlns:a16="http://schemas.microsoft.com/office/drawing/2014/main" id="{109B023A-F28F-184D-BA48-3F1C0502AE0A}"/>
              </a:ext>
            </a:extLst>
          </p:cNvPr>
          <p:cNvSpPr>
            <a:spLocks noGrp="1"/>
          </p:cNvSpPr>
          <p:nvPr>
            <p:ph type="title" hasCustomPrompt="1"/>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s-ES" noProof="0"/>
              <a:t>Haga clic para editar </a:t>
            </a:r>
          </a:p>
        </p:txBody>
      </p:sp>
      <p:sp>
        <p:nvSpPr>
          <p:cNvPr id="9" name="Marcador de título 2">
            <a:extLst>
              <a:ext uri="{FF2B5EF4-FFF2-40B4-BE49-F238E27FC236}">
                <a16:creationId xmlns:a16="http://schemas.microsoft.com/office/drawing/2014/main" id="{1506B022-475A-6647-98FF-D5C319A0C7C4}"/>
              </a:ext>
            </a:extLst>
          </p:cNvPr>
          <p:cNvSpPr>
            <a:spLocks noGrp="1"/>
          </p:cNvSpPr>
          <p:nvPr>
            <p:ph type="tbl" sz="quarter" idx="10"/>
          </p:nvPr>
        </p:nvSpPr>
        <p:spPr>
          <a:xfrm>
            <a:off x="952500" y="2209800"/>
            <a:ext cx="10287000" cy="2593109"/>
          </a:xfrm>
        </p:spPr>
        <p:txBody>
          <a:bodyPr rtlCol="0"/>
          <a:lstStyle/>
          <a:p>
            <a:pPr rtl="0"/>
            <a:r>
              <a:rPr lang="es-ES" noProof="0"/>
              <a:t>Haga clic en el icono para agregar una tabla</a:t>
            </a:r>
          </a:p>
        </p:txBody>
      </p:sp>
      <p:sp>
        <p:nvSpPr>
          <p:cNvPr id="2" name="Marcador de fecha 1">
            <a:extLst>
              <a:ext uri="{FF2B5EF4-FFF2-40B4-BE49-F238E27FC236}">
                <a16:creationId xmlns:a16="http://schemas.microsoft.com/office/drawing/2014/main" id="{9B2411D2-78FE-46C1-9EA9-C6A882903B53}"/>
              </a:ext>
            </a:extLst>
          </p:cNvPr>
          <p:cNvSpPr>
            <a:spLocks noGrp="1"/>
          </p:cNvSpPr>
          <p:nvPr>
            <p:ph type="dt" sz="half" idx="1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68820299-DC87-4039-A7B5-9AC50CF7A216}"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 de mayo de 2025</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C04DAF8F-82DB-4DBE-9041-71217A4516CB}"/>
              </a:ext>
            </a:extLst>
          </p:cNvPr>
          <p:cNvSpPr>
            <a:spLocks noGrp="1"/>
          </p:cNvSpPr>
          <p:nvPr>
            <p:ph type="ftr" sz="quarter" idx="12"/>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782F761B-6706-439D-9C75-43E751AB195C}"/>
              </a:ext>
            </a:extLst>
          </p:cNvPr>
          <p:cNvSpPr>
            <a:spLocks noGrp="1"/>
          </p:cNvSpPr>
          <p:nvPr>
            <p:ph type="sldNum" sz="quarter" idx="13"/>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4080274302"/>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ita">
    <p:bg>
      <p:bgPr>
        <a:solidFill>
          <a:schemeClr val="tx1"/>
        </a:solidFill>
        <a:effectLst/>
      </p:bgPr>
    </p:bg>
    <p:spTree>
      <p:nvGrpSpPr>
        <p:cNvPr id="1" name=""/>
        <p:cNvGrpSpPr/>
        <p:nvPr/>
      </p:nvGrpSpPr>
      <p:grpSpPr>
        <a:xfrm>
          <a:off x="0" y="0"/>
          <a:ext cx="0" cy="0"/>
          <a:chOff x="0" y="0"/>
          <a:chExt cx="0" cy="0"/>
        </a:xfrm>
      </p:grpSpPr>
      <p:sp>
        <p:nvSpPr>
          <p:cNvPr id="9" name="Título 1">
            <a:extLst>
              <a:ext uri="{FF2B5EF4-FFF2-40B4-BE49-F238E27FC236}">
                <a16:creationId xmlns:a16="http://schemas.microsoft.com/office/drawing/2014/main" id="{A5C37098-CEB2-1E45-989B-3DD92F3B1A30}"/>
              </a:ext>
            </a:extLst>
          </p:cNvPr>
          <p:cNvSpPr>
            <a:spLocks noGrp="1"/>
          </p:cNvSpPr>
          <p:nvPr>
            <p:ph type="title"/>
          </p:nvPr>
        </p:nvSpPr>
        <p:spPr>
          <a:xfrm>
            <a:off x="964022" y="2476500"/>
            <a:ext cx="7132320" cy="3289971"/>
          </a:xfrm>
          <a:prstGeom prst="rect">
            <a:avLst/>
          </a:prstGeom>
          <a:ln>
            <a:noFill/>
          </a:ln>
        </p:spPr>
        <p:txBody>
          <a:bodyPr lIns="0" tIns="0" rIns="0" bIns="0" rtlCol="0" anchor="t" anchorCtr="0">
            <a:normAutofit/>
          </a:bodyPr>
          <a:lstStyle>
            <a:lvl1pPr>
              <a:lnSpc>
                <a:spcPct val="100000"/>
              </a:lnSpc>
              <a:defRPr sz="2800" b="0" i="0">
                <a:solidFill>
                  <a:schemeClr val="bg1"/>
                </a:solidFill>
                <a:latin typeface="+mn-lt"/>
              </a:defRPr>
            </a:lvl1pPr>
          </a:lstStyle>
          <a:p>
            <a:pPr rtl="0"/>
            <a:r>
              <a:rPr lang="es-ES" noProof="0"/>
              <a:t>Haga clic para modificar el estilo de título del patrón</a:t>
            </a:r>
            <a:endParaRPr lang="es-ES" noProof="0" dirty="0"/>
          </a:p>
        </p:txBody>
      </p:sp>
      <p:sp>
        <p:nvSpPr>
          <p:cNvPr id="10" name="Cuadro de texto 9">
            <a:extLst>
              <a:ext uri="{FF2B5EF4-FFF2-40B4-BE49-F238E27FC236}">
                <a16:creationId xmlns:a16="http://schemas.microsoft.com/office/drawing/2014/main" id="{E902327D-DBD4-7A4E-ABF2-A946A559A8AD}"/>
              </a:ext>
            </a:extLst>
          </p:cNvPr>
          <p:cNvSpPr txBox="1"/>
          <p:nvPr userDrawn="1"/>
        </p:nvSpPr>
        <p:spPr>
          <a:xfrm>
            <a:off x="699948" y="548291"/>
            <a:ext cx="1589372" cy="31700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20000" b="1" i="0" u="none" strike="noStrike" kern="1200" cap="none" spc="0" normalizeH="0" baseline="0" noProof="0" dirty="0">
                <a:ln>
                  <a:noFill/>
                </a:ln>
                <a:solidFill>
                  <a:prstClr val="black"/>
                </a:solidFill>
                <a:effectLst/>
                <a:uLnTx/>
                <a:uFillTx/>
                <a:latin typeface="Franklin Gothic Book"/>
                <a:ea typeface="+mn-ea"/>
                <a:cs typeface="+mn-cs"/>
              </a:rPr>
              <a:t>“</a:t>
            </a:r>
          </a:p>
        </p:txBody>
      </p:sp>
      <p:grpSp>
        <p:nvGrpSpPr>
          <p:cNvPr id="18" name="Grupo 17">
            <a:extLst>
              <a:ext uri="{FF2B5EF4-FFF2-40B4-BE49-F238E27FC236}">
                <a16:creationId xmlns:a16="http://schemas.microsoft.com/office/drawing/2014/main" id="{6ACB4ADD-D9F4-984E-B29D-A2CF6D19E810}"/>
              </a:ext>
            </a:extLst>
          </p:cNvPr>
          <p:cNvGrpSpPr/>
          <p:nvPr userDrawn="1"/>
        </p:nvGrpSpPr>
        <p:grpSpPr>
          <a:xfrm>
            <a:off x="6362700" y="0"/>
            <a:ext cx="5829298" cy="3235602"/>
            <a:chOff x="5612972" y="1"/>
            <a:chExt cx="6615961" cy="3672246"/>
          </a:xfrm>
        </p:grpSpPr>
        <p:sp>
          <p:nvSpPr>
            <p:cNvPr id="19" name="Autoforma 24">
              <a:extLst>
                <a:ext uri="{FF2B5EF4-FFF2-40B4-BE49-F238E27FC236}">
                  <a16:creationId xmlns:a16="http://schemas.microsoft.com/office/drawing/2014/main" id="{5017C477-A988-7041-8A67-3D8294D6AD7C}"/>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0" name="Forma libre 19">
              <a:extLst>
                <a:ext uri="{FF2B5EF4-FFF2-40B4-BE49-F238E27FC236}">
                  <a16:creationId xmlns:a16="http://schemas.microsoft.com/office/drawing/2014/main" id="{206D7F37-5DD1-A24E-9CCA-84B2A168554D}"/>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1" name="Forma libre 20">
              <a:extLst>
                <a:ext uri="{FF2B5EF4-FFF2-40B4-BE49-F238E27FC236}">
                  <a16:creationId xmlns:a16="http://schemas.microsoft.com/office/drawing/2014/main" id="{A6E321C8-096C-1B41-B14F-4CA7AE04BB16}"/>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2" name="Forma libre 21">
              <a:extLst>
                <a:ext uri="{FF2B5EF4-FFF2-40B4-BE49-F238E27FC236}">
                  <a16:creationId xmlns:a16="http://schemas.microsoft.com/office/drawing/2014/main" id="{32B3FDD4-EB13-F44F-99D0-BFAB06F00B3A}"/>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3" name="Forma libre 22">
              <a:extLst>
                <a:ext uri="{FF2B5EF4-FFF2-40B4-BE49-F238E27FC236}">
                  <a16:creationId xmlns:a16="http://schemas.microsoft.com/office/drawing/2014/main" id="{A20BCBD2-A735-0C43-8C55-B384372AC62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grpSp>
        <p:nvGrpSpPr>
          <p:cNvPr id="24" name="Grupo 23">
            <a:extLst>
              <a:ext uri="{FF2B5EF4-FFF2-40B4-BE49-F238E27FC236}">
                <a16:creationId xmlns:a16="http://schemas.microsoft.com/office/drawing/2014/main" id="{669A90A7-BF26-684E-8C8B-638053DA1234}"/>
              </a:ext>
            </a:extLst>
          </p:cNvPr>
          <p:cNvGrpSpPr>
            <a:grpSpLocks/>
          </p:cNvGrpSpPr>
          <p:nvPr userDrawn="1"/>
        </p:nvGrpSpPr>
        <p:grpSpPr bwMode="auto">
          <a:xfrm rot="16200000" flipV="1">
            <a:off x="0" y="3900132"/>
            <a:ext cx="2959226" cy="2959226"/>
            <a:chOff x="0" y="12289"/>
            <a:chExt cx="3550" cy="3551"/>
          </a:xfrm>
        </p:grpSpPr>
        <p:sp>
          <p:nvSpPr>
            <p:cNvPr id="25" name="Forma libre 24">
              <a:extLst>
                <a:ext uri="{FF2B5EF4-FFF2-40B4-BE49-F238E27FC236}">
                  <a16:creationId xmlns:a16="http://schemas.microsoft.com/office/drawing/2014/main" id="{861D8E86-886A-8744-BC4C-FE82B02438F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6" name="Forma libre 25">
              <a:extLst>
                <a:ext uri="{FF2B5EF4-FFF2-40B4-BE49-F238E27FC236}">
                  <a16:creationId xmlns:a16="http://schemas.microsoft.com/office/drawing/2014/main" id="{2D967470-E96E-8843-AAD2-E0C8B807793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7" name="Forma libre 26">
              <a:extLst>
                <a:ext uri="{FF2B5EF4-FFF2-40B4-BE49-F238E27FC236}">
                  <a16:creationId xmlns:a16="http://schemas.microsoft.com/office/drawing/2014/main" id="{C8A27D09-765D-3949-BCCA-238C3514D4CF}"/>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Tree>
    <p:extLst>
      <p:ext uri="{BB962C8B-B14F-4D97-AF65-F5344CB8AC3E}">
        <p14:creationId xmlns:p14="http://schemas.microsoft.com/office/powerpoint/2010/main" val="60561421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560">
          <p15:clr>
            <a:srgbClr val="FBAE40"/>
          </p15:clr>
        </p15:guide>
        <p15:guide id="8" orient="horz" pos="1752">
          <p15:clr>
            <a:srgbClr val="FBAE40"/>
          </p15:clr>
        </p15:guide>
        <p15:guide id="9" orient="horz" pos="1248">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Equipo">
    <p:bg>
      <p:bgPr>
        <a:solidFill>
          <a:schemeClr val="tx1"/>
        </a:solidFill>
        <a:effectLst/>
      </p:bgPr>
    </p:bg>
    <p:spTree>
      <p:nvGrpSpPr>
        <p:cNvPr id="1" name=""/>
        <p:cNvGrpSpPr/>
        <p:nvPr/>
      </p:nvGrpSpPr>
      <p:grpSpPr>
        <a:xfrm>
          <a:off x="0" y="0"/>
          <a:ext cx="0" cy="0"/>
          <a:chOff x="0" y="0"/>
          <a:chExt cx="0" cy="0"/>
        </a:xfrm>
      </p:grpSpPr>
      <p:grpSp>
        <p:nvGrpSpPr>
          <p:cNvPr id="25" name="Grupo 24">
            <a:extLst>
              <a:ext uri="{FF2B5EF4-FFF2-40B4-BE49-F238E27FC236}">
                <a16:creationId xmlns:a16="http://schemas.microsoft.com/office/drawing/2014/main" id="{A7D9F21A-75CF-6045-8FA1-C4F4E21B699C}"/>
              </a:ext>
            </a:extLst>
          </p:cNvPr>
          <p:cNvGrpSpPr>
            <a:grpSpLocks/>
          </p:cNvGrpSpPr>
          <p:nvPr userDrawn="1"/>
        </p:nvGrpSpPr>
        <p:grpSpPr bwMode="auto">
          <a:xfrm rot="16200000" flipV="1">
            <a:off x="0" y="3900132"/>
            <a:ext cx="2959226" cy="2959226"/>
            <a:chOff x="0" y="12289"/>
            <a:chExt cx="3550" cy="3551"/>
          </a:xfrm>
        </p:grpSpPr>
        <p:sp>
          <p:nvSpPr>
            <p:cNvPr id="26" name="Forma libre 25">
              <a:extLst>
                <a:ext uri="{FF2B5EF4-FFF2-40B4-BE49-F238E27FC236}">
                  <a16:creationId xmlns:a16="http://schemas.microsoft.com/office/drawing/2014/main" id="{AEA7E377-BB07-FA43-B532-10A92EE030B0}"/>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7" name="Forma libre 26">
              <a:extLst>
                <a:ext uri="{FF2B5EF4-FFF2-40B4-BE49-F238E27FC236}">
                  <a16:creationId xmlns:a16="http://schemas.microsoft.com/office/drawing/2014/main" id="{F18DE645-B3D5-2F4E-AAD6-002FEF13A310}"/>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6" name="Forma libre 35">
              <a:extLst>
                <a:ext uri="{FF2B5EF4-FFF2-40B4-BE49-F238E27FC236}">
                  <a16:creationId xmlns:a16="http://schemas.microsoft.com/office/drawing/2014/main" id="{B90F6499-BA50-2340-A026-32C79B6BFAF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38" name="Marcador de posición de imagen 25">
            <a:extLst>
              <a:ext uri="{FF2B5EF4-FFF2-40B4-BE49-F238E27FC236}">
                <a16:creationId xmlns:a16="http://schemas.microsoft.com/office/drawing/2014/main" id="{2274C164-503B-E746-A155-849A9BC2406E}"/>
              </a:ext>
            </a:extLst>
          </p:cNvPr>
          <p:cNvSpPr>
            <a:spLocks noGrp="1"/>
          </p:cNvSpPr>
          <p:nvPr>
            <p:ph type="pic" sz="quarter" idx="18"/>
          </p:nvPr>
        </p:nvSpPr>
        <p:spPr>
          <a:xfrm>
            <a:off x="954268" y="2572883"/>
            <a:ext cx="2118245" cy="2037217"/>
          </a:xfrm>
          <a:prstGeom prst="rect">
            <a:avLst/>
          </a:prstGeom>
        </p:spPr>
        <p:txBody>
          <a:bodyPr rtlCol="0"/>
          <a:lstStyle/>
          <a:p>
            <a:pPr rtl="0"/>
            <a:r>
              <a:rPr lang="es-ES" noProof="0"/>
              <a:t>Haga clic en el icono para agregar una imagen</a:t>
            </a:r>
            <a:endParaRPr lang="es-ES" noProof="0" dirty="0"/>
          </a:p>
        </p:txBody>
      </p:sp>
      <p:sp>
        <p:nvSpPr>
          <p:cNvPr id="61" name="Título 1">
            <a:extLst>
              <a:ext uri="{FF2B5EF4-FFF2-40B4-BE49-F238E27FC236}">
                <a16:creationId xmlns:a16="http://schemas.microsoft.com/office/drawing/2014/main" id="{E2F20AFE-B282-5146-B0D6-F2FC1B6D303E}"/>
              </a:ext>
            </a:extLst>
          </p:cNvPr>
          <p:cNvSpPr>
            <a:spLocks noGrp="1"/>
          </p:cNvSpPr>
          <p:nvPr>
            <p:ph type="title"/>
          </p:nvPr>
        </p:nvSpPr>
        <p:spPr>
          <a:xfrm>
            <a:off x="964022" y="879063"/>
            <a:ext cx="75322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s-ES" noProof="0"/>
              <a:t>Haga clic para modificar el estilo de título del patrón</a:t>
            </a:r>
            <a:endParaRPr lang="es-ES" noProof="0" dirty="0"/>
          </a:p>
        </p:txBody>
      </p:sp>
      <p:cxnSp>
        <p:nvCxnSpPr>
          <p:cNvPr id="62" name="Conector recto 61">
            <a:extLst>
              <a:ext uri="{FF2B5EF4-FFF2-40B4-BE49-F238E27FC236}">
                <a16:creationId xmlns:a16="http://schemas.microsoft.com/office/drawing/2014/main" id="{F777D2F0-DE3F-8343-B97A-E7FA440532FD}"/>
              </a:ext>
            </a:extLst>
          </p:cNvPr>
          <p:cNvCxnSpPr>
            <a:cxnSpLocks/>
          </p:cNvCxnSpPr>
          <p:nvPr userDrawn="1"/>
        </p:nvCxnSpPr>
        <p:spPr>
          <a:xfrm>
            <a:off x="952500" y="1939108"/>
            <a:ext cx="2133600" cy="0"/>
          </a:xfrm>
          <a:prstGeom prst="line">
            <a:avLst/>
          </a:prstGeom>
          <a:ln w="101600">
            <a:solidFill>
              <a:schemeClr val="tx1"/>
            </a:solidFill>
          </a:ln>
        </p:spPr>
        <p:style>
          <a:lnRef idx="1">
            <a:schemeClr val="dk1"/>
          </a:lnRef>
          <a:fillRef idx="0">
            <a:schemeClr val="dk1"/>
          </a:fillRef>
          <a:effectRef idx="0">
            <a:schemeClr val="dk1"/>
          </a:effectRef>
          <a:fontRef idx="minor">
            <a:schemeClr val="tx1"/>
          </a:fontRef>
        </p:style>
      </p:cxnSp>
      <p:sp>
        <p:nvSpPr>
          <p:cNvPr id="63" name="Marcador de posición de imagen 25">
            <a:extLst>
              <a:ext uri="{FF2B5EF4-FFF2-40B4-BE49-F238E27FC236}">
                <a16:creationId xmlns:a16="http://schemas.microsoft.com/office/drawing/2014/main" id="{AF1B5ED8-33F6-FB44-AA92-F0D227BB310C}"/>
              </a:ext>
            </a:extLst>
          </p:cNvPr>
          <p:cNvSpPr>
            <a:spLocks noGrp="1"/>
          </p:cNvSpPr>
          <p:nvPr>
            <p:ph type="pic" sz="quarter" idx="24"/>
          </p:nvPr>
        </p:nvSpPr>
        <p:spPr>
          <a:xfrm>
            <a:off x="3658280" y="2572883"/>
            <a:ext cx="2118245" cy="2037217"/>
          </a:xfrm>
          <a:prstGeom prst="rect">
            <a:avLst/>
          </a:prstGeom>
        </p:spPr>
        <p:txBody>
          <a:bodyPr rtlCol="0"/>
          <a:lstStyle/>
          <a:p>
            <a:pPr rtl="0"/>
            <a:r>
              <a:rPr lang="es-ES" noProof="0"/>
              <a:t>Haga clic en el icono para agregar una imagen</a:t>
            </a:r>
            <a:endParaRPr lang="es-ES" noProof="0" dirty="0"/>
          </a:p>
        </p:txBody>
      </p:sp>
      <p:sp>
        <p:nvSpPr>
          <p:cNvPr id="72" name="Marcador de texto 29">
            <a:extLst>
              <a:ext uri="{FF2B5EF4-FFF2-40B4-BE49-F238E27FC236}">
                <a16:creationId xmlns:a16="http://schemas.microsoft.com/office/drawing/2014/main" id="{0D824BDD-2D23-C943-8FE9-60B7B23B5ECD}"/>
              </a:ext>
            </a:extLst>
          </p:cNvPr>
          <p:cNvSpPr>
            <a:spLocks noGrp="1"/>
          </p:cNvSpPr>
          <p:nvPr>
            <p:ph type="body" sz="quarter" idx="12"/>
          </p:nvPr>
        </p:nvSpPr>
        <p:spPr>
          <a:xfrm>
            <a:off x="952500" y="5393169"/>
            <a:ext cx="2133600"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3" name="Marcador de texto 29">
            <a:extLst>
              <a:ext uri="{FF2B5EF4-FFF2-40B4-BE49-F238E27FC236}">
                <a16:creationId xmlns:a16="http://schemas.microsoft.com/office/drawing/2014/main" id="{2F3D441E-DFB1-084B-8192-C6CBECCA40B9}"/>
              </a:ext>
            </a:extLst>
          </p:cNvPr>
          <p:cNvSpPr>
            <a:spLocks noGrp="1"/>
          </p:cNvSpPr>
          <p:nvPr>
            <p:ph type="body" sz="quarter" idx="11"/>
          </p:nvPr>
        </p:nvSpPr>
        <p:spPr>
          <a:xfrm>
            <a:off x="952500" y="4986745"/>
            <a:ext cx="2133600"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4" name="Marcador de texto 29">
            <a:extLst>
              <a:ext uri="{FF2B5EF4-FFF2-40B4-BE49-F238E27FC236}">
                <a16:creationId xmlns:a16="http://schemas.microsoft.com/office/drawing/2014/main" id="{25797825-E7AE-2C41-A965-E6F0D70D9747}"/>
              </a:ext>
            </a:extLst>
          </p:cNvPr>
          <p:cNvSpPr>
            <a:spLocks noGrp="1"/>
          </p:cNvSpPr>
          <p:nvPr>
            <p:ph type="body" sz="quarter" idx="13"/>
          </p:nvPr>
        </p:nvSpPr>
        <p:spPr>
          <a:xfrm>
            <a:off x="3663042" y="5393169"/>
            <a:ext cx="2128157"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5" name="Marcador de texto 29">
            <a:extLst>
              <a:ext uri="{FF2B5EF4-FFF2-40B4-BE49-F238E27FC236}">
                <a16:creationId xmlns:a16="http://schemas.microsoft.com/office/drawing/2014/main" id="{63C1927C-E23B-204E-9F3A-2A67D2BF702C}"/>
              </a:ext>
            </a:extLst>
          </p:cNvPr>
          <p:cNvSpPr>
            <a:spLocks noGrp="1"/>
          </p:cNvSpPr>
          <p:nvPr>
            <p:ph type="body" sz="quarter" idx="15"/>
          </p:nvPr>
        </p:nvSpPr>
        <p:spPr>
          <a:xfrm>
            <a:off x="3663042" y="4986745"/>
            <a:ext cx="2128157"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6" name="Marcador de texto 29">
            <a:extLst>
              <a:ext uri="{FF2B5EF4-FFF2-40B4-BE49-F238E27FC236}">
                <a16:creationId xmlns:a16="http://schemas.microsoft.com/office/drawing/2014/main" id="{EC81F0F5-C204-7248-A336-A655814A8A34}"/>
              </a:ext>
            </a:extLst>
          </p:cNvPr>
          <p:cNvSpPr>
            <a:spLocks noGrp="1"/>
          </p:cNvSpPr>
          <p:nvPr>
            <p:ph type="body" sz="quarter" idx="16"/>
          </p:nvPr>
        </p:nvSpPr>
        <p:spPr>
          <a:xfrm>
            <a:off x="6367054" y="5393169"/>
            <a:ext cx="2129245"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7" name="Marcador de texto 29">
            <a:extLst>
              <a:ext uri="{FF2B5EF4-FFF2-40B4-BE49-F238E27FC236}">
                <a16:creationId xmlns:a16="http://schemas.microsoft.com/office/drawing/2014/main" id="{C9FEF82E-4E9C-8343-9D36-C4A00D7137CC}"/>
              </a:ext>
            </a:extLst>
          </p:cNvPr>
          <p:cNvSpPr>
            <a:spLocks noGrp="1"/>
          </p:cNvSpPr>
          <p:nvPr>
            <p:ph type="body" sz="quarter" idx="31"/>
          </p:nvPr>
        </p:nvSpPr>
        <p:spPr>
          <a:xfrm>
            <a:off x="6367054" y="4986745"/>
            <a:ext cx="2129245"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8" name="Marcador de texto 29">
            <a:extLst>
              <a:ext uri="{FF2B5EF4-FFF2-40B4-BE49-F238E27FC236}">
                <a16:creationId xmlns:a16="http://schemas.microsoft.com/office/drawing/2014/main" id="{F8AF6664-A005-7A42-9AEF-C5AA5603E49D}"/>
              </a:ext>
            </a:extLst>
          </p:cNvPr>
          <p:cNvSpPr>
            <a:spLocks noGrp="1"/>
          </p:cNvSpPr>
          <p:nvPr>
            <p:ph type="body" sz="quarter" idx="19"/>
          </p:nvPr>
        </p:nvSpPr>
        <p:spPr>
          <a:xfrm>
            <a:off x="9110254" y="5393169"/>
            <a:ext cx="2129245"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9" name="Marcador de texto 29">
            <a:extLst>
              <a:ext uri="{FF2B5EF4-FFF2-40B4-BE49-F238E27FC236}">
                <a16:creationId xmlns:a16="http://schemas.microsoft.com/office/drawing/2014/main" id="{5F6C1E52-E2B6-5F45-A863-5BB35ABAFCD6}"/>
              </a:ext>
            </a:extLst>
          </p:cNvPr>
          <p:cNvSpPr>
            <a:spLocks noGrp="1"/>
          </p:cNvSpPr>
          <p:nvPr>
            <p:ph type="body" sz="quarter" idx="21"/>
          </p:nvPr>
        </p:nvSpPr>
        <p:spPr>
          <a:xfrm>
            <a:off x="9110254" y="4986745"/>
            <a:ext cx="2129245"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grpSp>
        <p:nvGrpSpPr>
          <p:cNvPr id="23" name="Grupo 22">
            <a:extLst>
              <a:ext uri="{FF2B5EF4-FFF2-40B4-BE49-F238E27FC236}">
                <a16:creationId xmlns:a16="http://schemas.microsoft.com/office/drawing/2014/main" id="{EFD0B2D5-B3C2-D847-A220-86CB6A37E418}"/>
              </a:ext>
            </a:extLst>
          </p:cNvPr>
          <p:cNvGrpSpPr/>
          <p:nvPr userDrawn="1"/>
        </p:nvGrpSpPr>
        <p:grpSpPr>
          <a:xfrm>
            <a:off x="6362700" y="0"/>
            <a:ext cx="5829298" cy="3235602"/>
            <a:chOff x="5612972" y="1"/>
            <a:chExt cx="6615961" cy="3672246"/>
          </a:xfrm>
        </p:grpSpPr>
        <p:sp>
          <p:nvSpPr>
            <p:cNvPr id="28" name="Autoforma 24">
              <a:extLst>
                <a:ext uri="{FF2B5EF4-FFF2-40B4-BE49-F238E27FC236}">
                  <a16:creationId xmlns:a16="http://schemas.microsoft.com/office/drawing/2014/main" id="{A7FD25A4-760F-814C-915F-DD6E89CA3A40}"/>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9" name="Forma libre 28">
              <a:extLst>
                <a:ext uri="{FF2B5EF4-FFF2-40B4-BE49-F238E27FC236}">
                  <a16:creationId xmlns:a16="http://schemas.microsoft.com/office/drawing/2014/main" id="{A0CC8369-E81F-D447-87D8-1AF0C58EAC07}"/>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0" name="Forma libre 29">
              <a:extLst>
                <a:ext uri="{FF2B5EF4-FFF2-40B4-BE49-F238E27FC236}">
                  <a16:creationId xmlns:a16="http://schemas.microsoft.com/office/drawing/2014/main" id="{C41CA81E-EF54-D048-8775-CD4AB37A7DF6}"/>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1" name="Forma libre 30">
              <a:extLst>
                <a:ext uri="{FF2B5EF4-FFF2-40B4-BE49-F238E27FC236}">
                  <a16:creationId xmlns:a16="http://schemas.microsoft.com/office/drawing/2014/main" id="{D95A4B85-923E-B641-B239-2A1999AB294B}"/>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2" name="Forma libre 31">
              <a:extLst>
                <a:ext uri="{FF2B5EF4-FFF2-40B4-BE49-F238E27FC236}">
                  <a16:creationId xmlns:a16="http://schemas.microsoft.com/office/drawing/2014/main" id="{501386DC-76EB-F34E-AD0E-22957D3B38D5}"/>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66" name="Marcador de posición de imagen 25">
            <a:extLst>
              <a:ext uri="{FF2B5EF4-FFF2-40B4-BE49-F238E27FC236}">
                <a16:creationId xmlns:a16="http://schemas.microsoft.com/office/drawing/2014/main" id="{2D21D633-C51E-E94E-BAE3-96F52F76E496}"/>
              </a:ext>
            </a:extLst>
          </p:cNvPr>
          <p:cNvSpPr>
            <a:spLocks noGrp="1"/>
          </p:cNvSpPr>
          <p:nvPr>
            <p:ph type="pic" sz="quarter" idx="27"/>
          </p:nvPr>
        </p:nvSpPr>
        <p:spPr>
          <a:xfrm>
            <a:off x="6362292" y="2572883"/>
            <a:ext cx="2118245" cy="2037217"/>
          </a:xfrm>
          <a:prstGeom prst="rect">
            <a:avLst/>
          </a:prstGeom>
        </p:spPr>
        <p:txBody>
          <a:bodyPr rtlCol="0"/>
          <a:lstStyle/>
          <a:p>
            <a:pPr rtl="0"/>
            <a:r>
              <a:rPr lang="es-ES" noProof="0"/>
              <a:t>Haga clic en el icono para agregar una imagen</a:t>
            </a:r>
            <a:endParaRPr lang="es-ES" noProof="0" dirty="0"/>
          </a:p>
        </p:txBody>
      </p:sp>
      <p:sp>
        <p:nvSpPr>
          <p:cNvPr id="69" name="Marcador de posición de imagen 25">
            <a:extLst>
              <a:ext uri="{FF2B5EF4-FFF2-40B4-BE49-F238E27FC236}">
                <a16:creationId xmlns:a16="http://schemas.microsoft.com/office/drawing/2014/main" id="{639EFA5A-9C69-DF4D-81B7-FA1F8CCCF934}"/>
              </a:ext>
            </a:extLst>
          </p:cNvPr>
          <p:cNvSpPr>
            <a:spLocks noGrp="1"/>
          </p:cNvSpPr>
          <p:nvPr>
            <p:ph type="pic" sz="quarter" idx="30"/>
          </p:nvPr>
        </p:nvSpPr>
        <p:spPr>
          <a:xfrm>
            <a:off x="9112023" y="2572883"/>
            <a:ext cx="2118245" cy="2037217"/>
          </a:xfrm>
          <a:prstGeom prst="rect">
            <a:avLst/>
          </a:prstGeom>
        </p:spPr>
        <p:txBody>
          <a:bodyPr rtlCol="0"/>
          <a:lstStyle/>
          <a:p>
            <a:pPr rtl="0"/>
            <a:r>
              <a:rPr lang="es-ES" noProof="0"/>
              <a:t>Haga clic en el icono para agregar una imagen</a:t>
            </a:r>
            <a:endParaRPr lang="es-ES" noProof="0" dirty="0"/>
          </a:p>
        </p:txBody>
      </p:sp>
      <p:sp>
        <p:nvSpPr>
          <p:cNvPr id="2" name="Marcador de fecha 1">
            <a:extLst>
              <a:ext uri="{FF2B5EF4-FFF2-40B4-BE49-F238E27FC236}">
                <a16:creationId xmlns:a16="http://schemas.microsoft.com/office/drawing/2014/main" id="{8ED89364-B1CB-4E72-A6BB-95A34B50661C}"/>
              </a:ext>
            </a:extLst>
          </p:cNvPr>
          <p:cNvSpPr>
            <a:spLocks noGrp="1"/>
          </p:cNvSpPr>
          <p:nvPr>
            <p:ph type="dt" sz="half" idx="32"/>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7BEA095D-F9AB-465B-A2BC-526B797F4865}"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 de mayo de 2025</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8E09328F-B310-4BF3-883E-BA9A39676AF2}"/>
              </a:ext>
            </a:extLst>
          </p:cNvPr>
          <p:cNvSpPr>
            <a:spLocks noGrp="1"/>
          </p:cNvSpPr>
          <p:nvPr>
            <p:ph type="ftr" sz="quarter" idx="33"/>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04192EF2-9336-43EF-A365-1F54000F7DE9}"/>
              </a:ext>
            </a:extLst>
          </p:cNvPr>
          <p:cNvSpPr>
            <a:spLocks noGrp="1"/>
          </p:cNvSpPr>
          <p:nvPr>
            <p:ph type="sldNum" sz="quarter" idx="34"/>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249628144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4008">
          <p15:clr>
            <a:srgbClr val="FBAE40"/>
          </p15:clr>
        </p15:guide>
        <p15:guide id="5" pos="1944">
          <p15:clr>
            <a:srgbClr val="FBAE40"/>
          </p15:clr>
        </p15:guide>
        <p15:guide id="6" pos="3648">
          <p15:clr>
            <a:srgbClr val="FBAE40"/>
          </p15:clr>
        </p15:guide>
        <p15:guide id="7" orient="horz" pos="1392">
          <p15:clr>
            <a:srgbClr val="FBAE40"/>
          </p15:clr>
        </p15:guide>
        <p15:guide id="8" orient="horz" pos="552">
          <p15:clr>
            <a:srgbClr val="FBAE40"/>
          </p15:clr>
        </p15:guide>
        <p15:guide id="9" orient="horz" pos="1224">
          <p15:clr>
            <a:srgbClr val="FBAE40"/>
          </p15:clr>
        </p15:guide>
        <p15:guide id="10" pos="5352">
          <p15:clr>
            <a:srgbClr val="FBAE40"/>
          </p15:clr>
        </p15:guide>
        <p15:guide id="11" pos="5736">
          <p15:clr>
            <a:srgbClr val="FBAE40"/>
          </p15:clr>
        </p15:guide>
        <p15:guide id="12" orient="horz" pos="2904">
          <p15:clr>
            <a:srgbClr val="FBAE40"/>
          </p15:clr>
        </p15:guide>
        <p15:guide id="13" orient="horz" pos="1608">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Escala de tiempo ">
    <p:bg>
      <p:bgPr>
        <a:solidFill>
          <a:schemeClr val="tx1"/>
        </a:solidFill>
        <a:effectLst/>
      </p:bgPr>
    </p:bg>
    <p:spTree>
      <p:nvGrpSpPr>
        <p:cNvPr id="1" name=""/>
        <p:cNvGrpSpPr/>
        <p:nvPr/>
      </p:nvGrpSpPr>
      <p:grpSpPr>
        <a:xfrm>
          <a:off x="0" y="0"/>
          <a:ext cx="0" cy="0"/>
          <a:chOff x="0" y="0"/>
          <a:chExt cx="0" cy="0"/>
        </a:xfrm>
      </p:grpSpPr>
      <p:cxnSp>
        <p:nvCxnSpPr>
          <p:cNvPr id="21" name="Conector recto 20">
            <a:extLst>
              <a:ext uri="{FF2B5EF4-FFF2-40B4-BE49-F238E27FC236}">
                <a16:creationId xmlns:a16="http://schemas.microsoft.com/office/drawing/2014/main" id="{040046AF-E5BF-854D-9986-7C3019770FE7}"/>
              </a:ext>
            </a:extLst>
          </p:cNvPr>
          <p:cNvCxnSpPr>
            <a:cxnSpLocks/>
          </p:cNvCxnSpPr>
          <p:nvPr userDrawn="1"/>
        </p:nvCxnSpPr>
        <p:spPr>
          <a:xfrm flipH="1">
            <a:off x="1045959" y="2213783"/>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6" name="Conector recto 25">
            <a:extLst>
              <a:ext uri="{FF2B5EF4-FFF2-40B4-BE49-F238E27FC236}">
                <a16:creationId xmlns:a16="http://schemas.microsoft.com/office/drawing/2014/main" id="{76CA14A6-0144-BC49-A8D4-C979D13258C0}"/>
              </a:ext>
            </a:extLst>
          </p:cNvPr>
          <p:cNvCxnSpPr>
            <a:cxnSpLocks/>
          </p:cNvCxnSpPr>
          <p:nvPr userDrawn="1"/>
        </p:nvCxnSpPr>
        <p:spPr>
          <a:xfrm flipH="1">
            <a:off x="6180493" y="2213783"/>
            <a:ext cx="11102"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8" name="Conector recto 27">
            <a:extLst>
              <a:ext uri="{FF2B5EF4-FFF2-40B4-BE49-F238E27FC236}">
                <a16:creationId xmlns:a16="http://schemas.microsoft.com/office/drawing/2014/main" id="{FA582FC2-A135-5743-B9C0-6AC7225B42E1}"/>
              </a:ext>
            </a:extLst>
          </p:cNvPr>
          <p:cNvCxnSpPr>
            <a:cxnSpLocks/>
          </p:cNvCxnSpPr>
          <p:nvPr userDrawn="1"/>
        </p:nvCxnSpPr>
        <p:spPr>
          <a:xfrm flipH="1">
            <a:off x="8745623" y="3904712"/>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4" name="Conector recto 23">
            <a:extLst>
              <a:ext uri="{FF2B5EF4-FFF2-40B4-BE49-F238E27FC236}">
                <a16:creationId xmlns:a16="http://schemas.microsoft.com/office/drawing/2014/main" id="{77C43222-5868-0247-838F-58F4F6C8EE75}"/>
              </a:ext>
            </a:extLst>
          </p:cNvPr>
          <p:cNvCxnSpPr>
            <a:cxnSpLocks/>
          </p:cNvCxnSpPr>
          <p:nvPr userDrawn="1"/>
        </p:nvCxnSpPr>
        <p:spPr>
          <a:xfrm flipH="1">
            <a:off x="3611089" y="3895941"/>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sp>
        <p:nvSpPr>
          <p:cNvPr id="30" name="Título 1">
            <a:extLst>
              <a:ext uri="{FF2B5EF4-FFF2-40B4-BE49-F238E27FC236}">
                <a16:creationId xmlns:a16="http://schemas.microsoft.com/office/drawing/2014/main" id="{46EEE005-F78A-9D4F-B159-964376C387DD}"/>
              </a:ext>
            </a:extLst>
          </p:cNvPr>
          <p:cNvSpPr>
            <a:spLocks noGrp="1"/>
          </p:cNvSpPr>
          <p:nvPr>
            <p:ph type="title" hasCustomPrompt="1"/>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s-ES" noProof="0"/>
              <a:t>Haga clic para editar </a:t>
            </a:r>
          </a:p>
        </p:txBody>
      </p:sp>
      <p:sp>
        <p:nvSpPr>
          <p:cNvPr id="96" name="Marcador de texto 29">
            <a:extLst>
              <a:ext uri="{FF2B5EF4-FFF2-40B4-BE49-F238E27FC236}">
                <a16:creationId xmlns:a16="http://schemas.microsoft.com/office/drawing/2014/main" id="{FC61536F-8EA7-5A48-AF76-8B0E251BD8CB}"/>
              </a:ext>
            </a:extLst>
          </p:cNvPr>
          <p:cNvSpPr>
            <a:spLocks noGrp="1"/>
          </p:cNvSpPr>
          <p:nvPr>
            <p:ph type="body" sz="quarter" idx="12" hasCustomPrompt="1"/>
          </p:nvPr>
        </p:nvSpPr>
        <p:spPr>
          <a:xfrm>
            <a:off x="1296955" y="2934856"/>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editar </a:t>
            </a:r>
          </a:p>
        </p:txBody>
      </p:sp>
      <p:sp>
        <p:nvSpPr>
          <p:cNvPr id="97" name="Marcador de texto 29">
            <a:extLst>
              <a:ext uri="{FF2B5EF4-FFF2-40B4-BE49-F238E27FC236}">
                <a16:creationId xmlns:a16="http://schemas.microsoft.com/office/drawing/2014/main" id="{64FFD994-BD97-ED49-8607-286ECBB1CDA3}"/>
              </a:ext>
            </a:extLst>
          </p:cNvPr>
          <p:cNvSpPr>
            <a:spLocks noGrp="1"/>
          </p:cNvSpPr>
          <p:nvPr>
            <p:ph type="body" sz="quarter" idx="11" hasCustomPrompt="1"/>
          </p:nvPr>
        </p:nvSpPr>
        <p:spPr>
          <a:xfrm>
            <a:off x="1296955" y="2568686"/>
            <a:ext cx="2133600" cy="205837"/>
          </a:xfrm>
          <a:ln>
            <a:noFill/>
          </a:ln>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ES" noProof="0"/>
              <a:t>Haga clic para editar </a:t>
            </a:r>
          </a:p>
        </p:txBody>
      </p:sp>
      <p:sp>
        <p:nvSpPr>
          <p:cNvPr id="102" name="Marcador de texto 29">
            <a:extLst>
              <a:ext uri="{FF2B5EF4-FFF2-40B4-BE49-F238E27FC236}">
                <a16:creationId xmlns:a16="http://schemas.microsoft.com/office/drawing/2014/main" id="{D1ADE805-BFBC-ED47-B9CB-6CB2FF02E868}"/>
              </a:ext>
            </a:extLst>
          </p:cNvPr>
          <p:cNvSpPr>
            <a:spLocks noGrp="1"/>
          </p:cNvSpPr>
          <p:nvPr>
            <p:ph type="body" sz="quarter" idx="30" hasCustomPrompt="1"/>
          </p:nvPr>
        </p:nvSpPr>
        <p:spPr>
          <a:xfrm>
            <a:off x="3897799" y="5087328"/>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editar </a:t>
            </a:r>
          </a:p>
        </p:txBody>
      </p:sp>
      <p:sp>
        <p:nvSpPr>
          <p:cNvPr id="103" name="Marcador de texto 29">
            <a:extLst>
              <a:ext uri="{FF2B5EF4-FFF2-40B4-BE49-F238E27FC236}">
                <a16:creationId xmlns:a16="http://schemas.microsoft.com/office/drawing/2014/main" id="{334A3589-641F-F547-891B-149579153B75}"/>
              </a:ext>
            </a:extLst>
          </p:cNvPr>
          <p:cNvSpPr>
            <a:spLocks noGrp="1"/>
          </p:cNvSpPr>
          <p:nvPr>
            <p:ph type="body" sz="quarter" idx="31" hasCustomPrompt="1"/>
          </p:nvPr>
        </p:nvSpPr>
        <p:spPr>
          <a:xfrm>
            <a:off x="3897799" y="4701908"/>
            <a:ext cx="2133600" cy="205837"/>
          </a:xfrm>
          <a:ln>
            <a:noFill/>
          </a:ln>
        </p:spPr>
        <p:txBody>
          <a:bodyPr vert="horz" lIns="0" tIns="0" rIns="0" bIns="0" rtlCol="0">
            <a:noAutofit/>
          </a:bodyPr>
          <a:lstStyle>
            <a:lvl1pPr marL="0" indent="0">
              <a:spcBef>
                <a:spcPts val="400"/>
              </a:spcBef>
              <a:buNone/>
              <a:defRPr lang="en-US" sz="1800" spc="0" baseline="0" dirty="0">
                <a:latin typeface="+mj-lt"/>
              </a:defRPr>
            </a:lvl1pPr>
            <a:lvl2pPr>
              <a:defRPr sz="4000"/>
            </a:lvl2pPr>
            <a:lvl3pPr>
              <a:defRPr sz="4000"/>
            </a:lvl3pPr>
            <a:lvl4pPr>
              <a:defRPr sz="4000"/>
            </a:lvl4pPr>
            <a:lvl5pPr>
              <a:defRPr sz="4000"/>
            </a:lvl5pPr>
          </a:lstStyle>
          <a:p>
            <a:pPr marL="0" lvl="0" indent="0" rtl="0">
              <a:spcBef>
                <a:spcPts val="400"/>
              </a:spcBef>
              <a:buNone/>
            </a:pPr>
            <a:r>
              <a:rPr lang="es-ES" noProof="0"/>
              <a:t>Haga clic para editar </a:t>
            </a:r>
          </a:p>
        </p:txBody>
      </p:sp>
      <p:sp>
        <p:nvSpPr>
          <p:cNvPr id="106" name="Marcador de texto 29">
            <a:extLst>
              <a:ext uri="{FF2B5EF4-FFF2-40B4-BE49-F238E27FC236}">
                <a16:creationId xmlns:a16="http://schemas.microsoft.com/office/drawing/2014/main" id="{A63F8454-D12E-A641-ABD0-8977D3F5EC05}"/>
              </a:ext>
            </a:extLst>
          </p:cNvPr>
          <p:cNvSpPr>
            <a:spLocks noGrp="1"/>
          </p:cNvSpPr>
          <p:nvPr>
            <p:ph type="body" sz="quarter" idx="32" hasCustomPrompt="1"/>
          </p:nvPr>
        </p:nvSpPr>
        <p:spPr>
          <a:xfrm>
            <a:off x="9001711" y="5087328"/>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editar </a:t>
            </a:r>
          </a:p>
        </p:txBody>
      </p:sp>
      <p:sp>
        <p:nvSpPr>
          <p:cNvPr id="107" name="Marcador de texto 29">
            <a:extLst>
              <a:ext uri="{FF2B5EF4-FFF2-40B4-BE49-F238E27FC236}">
                <a16:creationId xmlns:a16="http://schemas.microsoft.com/office/drawing/2014/main" id="{F35AA15D-DBAD-9840-8764-A5B6D486A234}"/>
              </a:ext>
            </a:extLst>
          </p:cNvPr>
          <p:cNvSpPr>
            <a:spLocks noGrp="1"/>
          </p:cNvSpPr>
          <p:nvPr>
            <p:ph type="body" sz="quarter" idx="33" hasCustomPrompt="1"/>
          </p:nvPr>
        </p:nvSpPr>
        <p:spPr>
          <a:xfrm>
            <a:off x="9001711" y="4701908"/>
            <a:ext cx="2133600" cy="205837"/>
          </a:xfrm>
          <a:ln>
            <a:noFill/>
          </a:ln>
        </p:spPr>
        <p:txBody>
          <a:bodyPr vert="horz" lIns="0" tIns="0" rIns="0" bIns="0" rtlCol="0">
            <a:noAutofit/>
          </a:bodyPr>
          <a:lstStyle>
            <a:lvl1pPr marL="0" indent="0">
              <a:spcBef>
                <a:spcPts val="400"/>
              </a:spcBef>
              <a:buNone/>
              <a:defRPr lang="en-US" sz="1800" spc="0" baseline="0" dirty="0">
                <a:latin typeface="+mj-lt"/>
              </a:defRPr>
            </a:lvl1pPr>
            <a:lvl2pPr>
              <a:defRPr sz="4000"/>
            </a:lvl2pPr>
            <a:lvl3pPr>
              <a:defRPr sz="4000"/>
            </a:lvl3pPr>
            <a:lvl4pPr>
              <a:defRPr sz="4000"/>
            </a:lvl4pPr>
            <a:lvl5pPr>
              <a:defRPr sz="4000"/>
            </a:lvl5pPr>
          </a:lstStyle>
          <a:p>
            <a:pPr marL="0" lvl="0" indent="0" rtl="0">
              <a:spcBef>
                <a:spcPts val="400"/>
              </a:spcBef>
              <a:buNone/>
            </a:pPr>
            <a:r>
              <a:rPr lang="es-ES" noProof="0"/>
              <a:t>Haga clic para editar </a:t>
            </a:r>
          </a:p>
        </p:txBody>
      </p:sp>
      <p:sp>
        <p:nvSpPr>
          <p:cNvPr id="108" name="Marcador de texto 29">
            <a:extLst>
              <a:ext uri="{FF2B5EF4-FFF2-40B4-BE49-F238E27FC236}">
                <a16:creationId xmlns:a16="http://schemas.microsoft.com/office/drawing/2014/main" id="{8357CA0F-1A55-B145-8305-562F0DF22543}"/>
              </a:ext>
            </a:extLst>
          </p:cNvPr>
          <p:cNvSpPr>
            <a:spLocks noGrp="1"/>
          </p:cNvSpPr>
          <p:nvPr>
            <p:ph type="body" sz="quarter" idx="34" hasCustomPrompt="1"/>
          </p:nvPr>
        </p:nvSpPr>
        <p:spPr>
          <a:xfrm>
            <a:off x="6438143" y="2934856"/>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editar </a:t>
            </a:r>
          </a:p>
        </p:txBody>
      </p:sp>
      <p:sp>
        <p:nvSpPr>
          <p:cNvPr id="109" name="Marcador de texto 29">
            <a:extLst>
              <a:ext uri="{FF2B5EF4-FFF2-40B4-BE49-F238E27FC236}">
                <a16:creationId xmlns:a16="http://schemas.microsoft.com/office/drawing/2014/main" id="{D6C49F6F-AF28-8942-8442-8F54A1DC388B}"/>
              </a:ext>
            </a:extLst>
          </p:cNvPr>
          <p:cNvSpPr>
            <a:spLocks noGrp="1"/>
          </p:cNvSpPr>
          <p:nvPr>
            <p:ph type="body" sz="quarter" idx="35" hasCustomPrompt="1"/>
          </p:nvPr>
        </p:nvSpPr>
        <p:spPr>
          <a:xfrm>
            <a:off x="6438143" y="2568686"/>
            <a:ext cx="2133600" cy="205837"/>
          </a:xfrm>
          <a:ln>
            <a:noFill/>
          </a:ln>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ES" noProof="0"/>
              <a:t>Haga clic para editar </a:t>
            </a:r>
          </a:p>
        </p:txBody>
      </p:sp>
      <p:cxnSp>
        <p:nvCxnSpPr>
          <p:cNvPr id="8" name="Conector recto 7">
            <a:extLst>
              <a:ext uri="{FF2B5EF4-FFF2-40B4-BE49-F238E27FC236}">
                <a16:creationId xmlns:a16="http://schemas.microsoft.com/office/drawing/2014/main" id="{4CE2724A-BCA1-604F-9D18-BF05746408C2}"/>
              </a:ext>
            </a:extLst>
          </p:cNvPr>
          <p:cNvCxnSpPr/>
          <p:nvPr userDrawn="1"/>
        </p:nvCxnSpPr>
        <p:spPr>
          <a:xfrm>
            <a:off x="967689" y="3968780"/>
            <a:ext cx="10275477" cy="0"/>
          </a:xfrm>
          <a:prstGeom prst="line">
            <a:avLst/>
          </a:prstGeom>
          <a:ln w="165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44" name="Rectángulo 43">
            <a:extLst>
              <a:ext uri="{FF2B5EF4-FFF2-40B4-BE49-F238E27FC236}">
                <a16:creationId xmlns:a16="http://schemas.microsoft.com/office/drawing/2014/main" id="{4923D7D1-A9CC-C34C-86FF-43B5C8978712}"/>
              </a:ext>
            </a:extLst>
          </p:cNvPr>
          <p:cNvSpPr/>
          <p:nvPr userDrawn="1"/>
        </p:nvSpPr>
        <p:spPr>
          <a:xfrm>
            <a:off x="964323" y="3883241"/>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47" name="Rectángulo 46">
            <a:extLst>
              <a:ext uri="{FF2B5EF4-FFF2-40B4-BE49-F238E27FC236}">
                <a16:creationId xmlns:a16="http://schemas.microsoft.com/office/drawing/2014/main" id="{6119FF13-13AB-3448-B24E-58E18B3CE2B6}"/>
              </a:ext>
            </a:extLst>
          </p:cNvPr>
          <p:cNvSpPr/>
          <p:nvPr userDrawn="1"/>
        </p:nvSpPr>
        <p:spPr>
          <a:xfrm>
            <a:off x="3531590" y="3892012"/>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7" name="Rectángulo 26">
            <a:extLst>
              <a:ext uri="{FF2B5EF4-FFF2-40B4-BE49-F238E27FC236}">
                <a16:creationId xmlns:a16="http://schemas.microsoft.com/office/drawing/2014/main" id="{22F8F982-870E-AE44-B0D3-B3313BC48DB7}"/>
              </a:ext>
            </a:extLst>
          </p:cNvPr>
          <p:cNvSpPr/>
          <p:nvPr userDrawn="1"/>
        </p:nvSpPr>
        <p:spPr>
          <a:xfrm>
            <a:off x="6098857" y="3883241"/>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9" name="Rectángulo 28">
            <a:extLst>
              <a:ext uri="{FF2B5EF4-FFF2-40B4-BE49-F238E27FC236}">
                <a16:creationId xmlns:a16="http://schemas.microsoft.com/office/drawing/2014/main" id="{C549A137-DB5E-9C40-8C0A-ED607212022C}"/>
              </a:ext>
            </a:extLst>
          </p:cNvPr>
          <p:cNvSpPr/>
          <p:nvPr userDrawn="1"/>
        </p:nvSpPr>
        <p:spPr>
          <a:xfrm>
            <a:off x="8666124" y="3892012"/>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 name="Marcador de fecha 1">
            <a:extLst>
              <a:ext uri="{FF2B5EF4-FFF2-40B4-BE49-F238E27FC236}">
                <a16:creationId xmlns:a16="http://schemas.microsoft.com/office/drawing/2014/main" id="{21DC2552-C347-4C3D-8C92-4A6981227C0E}"/>
              </a:ext>
            </a:extLst>
          </p:cNvPr>
          <p:cNvSpPr>
            <a:spLocks noGrp="1"/>
          </p:cNvSpPr>
          <p:nvPr>
            <p:ph type="dt" sz="half" idx="36"/>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F99D83C0-D2D5-496F-A305-9D3513BEF95B}"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 de mayo de 2025</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A5B7C35C-F3E4-4522-8711-16E4F9052C2C}"/>
              </a:ext>
            </a:extLst>
          </p:cNvPr>
          <p:cNvSpPr>
            <a:spLocks noGrp="1"/>
          </p:cNvSpPr>
          <p:nvPr>
            <p:ph type="ftr" sz="quarter" idx="37"/>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1F4D6BAD-56F4-42F1-A2B3-FDB73364FD40}"/>
              </a:ext>
            </a:extLst>
          </p:cNvPr>
          <p:cNvSpPr>
            <a:spLocks noGrp="1"/>
          </p:cNvSpPr>
          <p:nvPr>
            <p:ph type="sldNum" sz="quarter" idx="38"/>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388604201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3768">
          <p15:clr>
            <a:srgbClr val="FBAE40"/>
          </p15:clr>
        </p15:guide>
        <p15:guide id="9" orient="horz" pos="552">
          <p15:clr>
            <a:srgbClr val="FBAE40"/>
          </p15:clr>
        </p15:guide>
        <p15:guide id="10" orient="horz" pos="1512">
          <p15:clr>
            <a:srgbClr val="FBAE40"/>
          </p15:clr>
        </p15:guide>
        <p15:guide id="11" orient="horz" pos="283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Col">
    <p:bg>
      <p:bgPr>
        <a:solidFill>
          <a:schemeClr val="tx1"/>
        </a:solidFill>
        <a:effectLst/>
      </p:bgPr>
    </p:bg>
    <p:spTree>
      <p:nvGrpSpPr>
        <p:cNvPr id="1" name=""/>
        <p:cNvGrpSpPr/>
        <p:nvPr/>
      </p:nvGrpSpPr>
      <p:grpSpPr>
        <a:xfrm>
          <a:off x="0" y="0"/>
          <a:ext cx="0" cy="0"/>
          <a:chOff x="0" y="0"/>
          <a:chExt cx="0" cy="0"/>
        </a:xfrm>
      </p:grpSpPr>
      <p:grpSp>
        <p:nvGrpSpPr>
          <p:cNvPr id="19" name="Grupo 18">
            <a:extLst>
              <a:ext uri="{FF2B5EF4-FFF2-40B4-BE49-F238E27FC236}">
                <a16:creationId xmlns:a16="http://schemas.microsoft.com/office/drawing/2014/main" id="{BDEF3328-825B-3946-8472-DB93D6A32867}"/>
              </a:ext>
            </a:extLst>
          </p:cNvPr>
          <p:cNvGrpSpPr>
            <a:grpSpLocks/>
          </p:cNvGrpSpPr>
          <p:nvPr userDrawn="1"/>
        </p:nvGrpSpPr>
        <p:grpSpPr bwMode="auto">
          <a:xfrm rot="16200000" flipV="1">
            <a:off x="0" y="3900132"/>
            <a:ext cx="2959226" cy="2959226"/>
            <a:chOff x="0" y="12289"/>
            <a:chExt cx="3550" cy="3551"/>
          </a:xfrm>
        </p:grpSpPr>
        <p:sp>
          <p:nvSpPr>
            <p:cNvPr id="20" name="Forma libre 19">
              <a:extLst>
                <a:ext uri="{FF2B5EF4-FFF2-40B4-BE49-F238E27FC236}">
                  <a16:creationId xmlns:a16="http://schemas.microsoft.com/office/drawing/2014/main" id="{4E4E09DF-AF21-0E4A-9838-14DFBFFED7D7}"/>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1" name="Forma libre 20">
              <a:extLst>
                <a:ext uri="{FF2B5EF4-FFF2-40B4-BE49-F238E27FC236}">
                  <a16:creationId xmlns:a16="http://schemas.microsoft.com/office/drawing/2014/main" id="{653F54AE-9BC1-3A45-A129-4028EADE406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2" name="Forma libre 21">
              <a:extLst>
                <a:ext uri="{FF2B5EF4-FFF2-40B4-BE49-F238E27FC236}">
                  <a16:creationId xmlns:a16="http://schemas.microsoft.com/office/drawing/2014/main" id="{254F6D22-4944-974A-999E-F9E22F159523}"/>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32" name="Título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s-ES" noProof="0"/>
              <a:t>Haga clic para modificar el estilo de título del patrón</a:t>
            </a:r>
            <a:endParaRPr lang="es-ES" noProof="0" dirty="0"/>
          </a:p>
        </p:txBody>
      </p:sp>
      <p:cxnSp>
        <p:nvCxnSpPr>
          <p:cNvPr id="33" name="Conector recto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3" name="Marcador de texto 2">
            <a:extLst>
              <a:ext uri="{FF2B5EF4-FFF2-40B4-BE49-F238E27FC236}">
                <a16:creationId xmlns:a16="http://schemas.microsoft.com/office/drawing/2014/main" id="{A6147D10-E7D7-8F40-AF69-726398729333}"/>
              </a:ext>
            </a:extLst>
          </p:cNvPr>
          <p:cNvSpPr>
            <a:spLocks noGrp="1"/>
          </p:cNvSpPr>
          <p:nvPr>
            <p:ph type="body" idx="1"/>
          </p:nvPr>
        </p:nvSpPr>
        <p:spPr>
          <a:xfrm>
            <a:off x="964023" y="2300984"/>
            <a:ext cx="4827178" cy="404216"/>
          </a:xfrm>
          <a:prstGeom prst="rect">
            <a:avLst/>
          </a:prstGeom>
        </p:spPr>
        <p:txBody>
          <a:bodyPr lIns="0" tIns="0" rIns="0" bIns="0" rtlCol="0" anchor="t" anchorCtr="0">
            <a:normAutofit/>
          </a:bodyPr>
          <a:lstStyle>
            <a:lvl1pPr marL="0" indent="0">
              <a:buNone/>
              <a:defRPr sz="1800" b="0" i="0" spc="0" baseline="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25" name="Marcador de texto 2">
            <a:extLst>
              <a:ext uri="{FF2B5EF4-FFF2-40B4-BE49-F238E27FC236}">
                <a16:creationId xmlns:a16="http://schemas.microsoft.com/office/drawing/2014/main" id="{3A0EE708-F36B-444B-9A8B-D48D69535E45}"/>
              </a:ext>
            </a:extLst>
          </p:cNvPr>
          <p:cNvSpPr>
            <a:spLocks noGrp="1"/>
          </p:cNvSpPr>
          <p:nvPr>
            <p:ph type="body" idx="10"/>
          </p:nvPr>
        </p:nvSpPr>
        <p:spPr>
          <a:xfrm>
            <a:off x="6362700" y="2300984"/>
            <a:ext cx="4764829" cy="404216"/>
          </a:xfrm>
          <a:prstGeom prst="rect">
            <a:avLst/>
          </a:prstGeom>
        </p:spPr>
        <p:txBody>
          <a:bodyPr lIns="0" tIns="0" rIns="0" bIns="0" rtlCol="0" anchor="t" anchorCtr="0">
            <a:normAutofit/>
          </a:bodyPr>
          <a:lstStyle>
            <a:lvl1pPr marL="0" indent="0">
              <a:buNone/>
              <a:defRPr sz="1800" b="0" i="0" spc="0" baseline="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27" name="Marcador de contenido 3">
            <a:extLst>
              <a:ext uri="{FF2B5EF4-FFF2-40B4-BE49-F238E27FC236}">
                <a16:creationId xmlns:a16="http://schemas.microsoft.com/office/drawing/2014/main" id="{E81957B7-CEA6-A446-A203-471CF9A57FFD}"/>
              </a:ext>
            </a:extLst>
          </p:cNvPr>
          <p:cNvSpPr>
            <a:spLocks noGrp="1"/>
          </p:cNvSpPr>
          <p:nvPr>
            <p:ph sz="half" idx="2"/>
          </p:nvPr>
        </p:nvSpPr>
        <p:spPr>
          <a:xfrm>
            <a:off x="964023" y="2799146"/>
            <a:ext cx="4827178"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s-ES" noProof="0"/>
              <a:t>Haga clic para modificar los estilos de texto del patrón</a:t>
            </a:r>
          </a:p>
        </p:txBody>
      </p:sp>
      <p:sp>
        <p:nvSpPr>
          <p:cNvPr id="28" name="Marcador de posición de contenido 3">
            <a:extLst>
              <a:ext uri="{FF2B5EF4-FFF2-40B4-BE49-F238E27FC236}">
                <a16:creationId xmlns:a16="http://schemas.microsoft.com/office/drawing/2014/main" id="{E40D4044-0F7B-0647-BAB5-16B23EBD9ECD}"/>
              </a:ext>
            </a:extLst>
          </p:cNvPr>
          <p:cNvSpPr>
            <a:spLocks noGrp="1"/>
          </p:cNvSpPr>
          <p:nvPr>
            <p:ph sz="half" idx="13"/>
          </p:nvPr>
        </p:nvSpPr>
        <p:spPr>
          <a:xfrm>
            <a:off x="6362700" y="2799146"/>
            <a:ext cx="4756241"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s-ES" noProof="0"/>
              <a:t>Haga clic para modificar los estilos de texto del patrón</a:t>
            </a:r>
          </a:p>
        </p:txBody>
      </p:sp>
      <p:cxnSp>
        <p:nvCxnSpPr>
          <p:cNvPr id="15" name="Conector recto 14">
            <a:extLst>
              <a:ext uri="{FF2B5EF4-FFF2-40B4-BE49-F238E27FC236}">
                <a16:creationId xmlns:a16="http://schemas.microsoft.com/office/drawing/2014/main" id="{ED51C063-0222-064B-8A2E-485FE9EAC10D}"/>
              </a:ext>
            </a:extLst>
          </p:cNvPr>
          <p:cNvCxnSpPr>
            <a:cxnSpLocks/>
          </p:cNvCxnSpPr>
          <p:nvPr userDrawn="1"/>
        </p:nvCxnSpPr>
        <p:spPr>
          <a:xfrm>
            <a:off x="63627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 name="Marcador de fecha 1">
            <a:extLst>
              <a:ext uri="{FF2B5EF4-FFF2-40B4-BE49-F238E27FC236}">
                <a16:creationId xmlns:a16="http://schemas.microsoft.com/office/drawing/2014/main" id="{4914D182-A7DD-4F7B-B207-262854316EDA}"/>
              </a:ext>
            </a:extLst>
          </p:cNvPr>
          <p:cNvSpPr>
            <a:spLocks noGrp="1"/>
          </p:cNvSpPr>
          <p:nvPr>
            <p:ph type="dt" sz="half" idx="14"/>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7F69136C-C4B2-45F2-BCFC-515A0853BD43}"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 de mayo de 2025</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10B29252-5D0B-4B9D-9FBD-8EC0929FE096}"/>
              </a:ext>
            </a:extLst>
          </p:cNvPr>
          <p:cNvSpPr>
            <a:spLocks noGrp="1"/>
          </p:cNvSpPr>
          <p:nvPr>
            <p:ph type="ftr" sz="quarter" idx="15"/>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5BB4FEF6-E217-4110-BBF5-C4B77ADC8457}"/>
              </a:ext>
            </a:extLst>
          </p:cNvPr>
          <p:cNvSpPr>
            <a:spLocks noGrp="1"/>
          </p:cNvSpPr>
          <p:nvPr>
            <p:ph type="sldNum" sz="quarter" idx="16"/>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395094789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 col">
    <p:bg>
      <p:bgPr>
        <a:solidFill>
          <a:schemeClr val="tx1"/>
        </a:solidFill>
        <a:effectLst/>
      </p:bgPr>
    </p:bg>
    <p:spTree>
      <p:nvGrpSpPr>
        <p:cNvPr id="1" name=""/>
        <p:cNvGrpSpPr/>
        <p:nvPr/>
      </p:nvGrpSpPr>
      <p:grpSpPr>
        <a:xfrm>
          <a:off x="0" y="0"/>
          <a:ext cx="0" cy="0"/>
          <a:chOff x="0" y="0"/>
          <a:chExt cx="0" cy="0"/>
        </a:xfrm>
      </p:grpSpPr>
      <p:grpSp>
        <p:nvGrpSpPr>
          <p:cNvPr id="37" name="Grupo 36">
            <a:extLst>
              <a:ext uri="{FF2B5EF4-FFF2-40B4-BE49-F238E27FC236}">
                <a16:creationId xmlns:a16="http://schemas.microsoft.com/office/drawing/2014/main" id="{868B08E5-2F7C-7749-8BDF-386EAF974BB0}"/>
              </a:ext>
            </a:extLst>
          </p:cNvPr>
          <p:cNvGrpSpPr>
            <a:grpSpLocks/>
          </p:cNvGrpSpPr>
          <p:nvPr userDrawn="1"/>
        </p:nvGrpSpPr>
        <p:grpSpPr bwMode="auto">
          <a:xfrm rot="16200000" flipV="1">
            <a:off x="0" y="3900132"/>
            <a:ext cx="2959226" cy="2959226"/>
            <a:chOff x="0" y="12289"/>
            <a:chExt cx="3550" cy="3551"/>
          </a:xfrm>
        </p:grpSpPr>
        <p:sp>
          <p:nvSpPr>
            <p:cNvPr id="38" name="Forma libre 37">
              <a:extLst>
                <a:ext uri="{FF2B5EF4-FFF2-40B4-BE49-F238E27FC236}">
                  <a16:creationId xmlns:a16="http://schemas.microsoft.com/office/drawing/2014/main" id="{F3E300C0-0B72-9048-9E16-2166E1A88FE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9" name="Forma libre 38">
              <a:extLst>
                <a:ext uri="{FF2B5EF4-FFF2-40B4-BE49-F238E27FC236}">
                  <a16:creationId xmlns:a16="http://schemas.microsoft.com/office/drawing/2014/main" id="{E4AA520D-9D51-3A42-B9B1-DF72169BC8DB}"/>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40" name="Forma libre 39">
              <a:extLst>
                <a:ext uri="{FF2B5EF4-FFF2-40B4-BE49-F238E27FC236}">
                  <a16:creationId xmlns:a16="http://schemas.microsoft.com/office/drawing/2014/main" id="{D5F2735E-137C-DB47-AEF0-EFC871A32373}"/>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32" name="Título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s-ES" noProof="0"/>
              <a:t>Haga clic para modificar el estilo de título del patrón</a:t>
            </a:r>
            <a:endParaRPr lang="es-ES" noProof="0" dirty="0"/>
          </a:p>
        </p:txBody>
      </p:sp>
      <p:cxnSp>
        <p:nvCxnSpPr>
          <p:cNvPr id="33" name="Conector recto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3" name="Marcador de texto 2">
            <a:extLst>
              <a:ext uri="{FF2B5EF4-FFF2-40B4-BE49-F238E27FC236}">
                <a16:creationId xmlns:a16="http://schemas.microsoft.com/office/drawing/2014/main" id="{A6147D10-E7D7-8F40-AF69-726398729333}"/>
              </a:ext>
            </a:extLst>
          </p:cNvPr>
          <p:cNvSpPr>
            <a:spLocks noGrp="1"/>
          </p:cNvSpPr>
          <p:nvPr>
            <p:ph type="body" idx="1"/>
          </p:nvPr>
        </p:nvSpPr>
        <p:spPr>
          <a:xfrm>
            <a:off x="952500"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s-ES" noProof="0"/>
              <a:t>Haga clic para modificar los estilos de texto del patrón</a:t>
            </a:r>
          </a:p>
        </p:txBody>
      </p:sp>
      <p:sp>
        <p:nvSpPr>
          <p:cNvPr id="27" name="Marcador de contenido 3">
            <a:extLst>
              <a:ext uri="{FF2B5EF4-FFF2-40B4-BE49-F238E27FC236}">
                <a16:creationId xmlns:a16="http://schemas.microsoft.com/office/drawing/2014/main" id="{E81957B7-CEA6-A446-A203-471CF9A57FFD}"/>
              </a:ext>
            </a:extLst>
          </p:cNvPr>
          <p:cNvSpPr>
            <a:spLocks noGrp="1"/>
          </p:cNvSpPr>
          <p:nvPr>
            <p:ph sz="half" idx="2"/>
          </p:nvPr>
        </p:nvSpPr>
        <p:spPr>
          <a:xfrm>
            <a:off x="952500" y="2799146"/>
            <a:ext cx="3036477"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s-ES" noProof="0"/>
              <a:t>Haga clic para modificar los estilos de texto del patrón</a:t>
            </a:r>
          </a:p>
        </p:txBody>
      </p:sp>
      <p:sp>
        <p:nvSpPr>
          <p:cNvPr id="20" name="Marcador de texto 2">
            <a:extLst>
              <a:ext uri="{FF2B5EF4-FFF2-40B4-BE49-F238E27FC236}">
                <a16:creationId xmlns:a16="http://schemas.microsoft.com/office/drawing/2014/main" id="{057DFE0A-61D9-1B48-8196-EA94D04685DD}"/>
              </a:ext>
            </a:extLst>
          </p:cNvPr>
          <p:cNvSpPr>
            <a:spLocks noGrp="1"/>
          </p:cNvSpPr>
          <p:nvPr>
            <p:ph type="body" idx="10"/>
          </p:nvPr>
        </p:nvSpPr>
        <p:spPr>
          <a:xfrm>
            <a:off x="4569372"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s-ES" noProof="0"/>
              <a:t>Haga clic para modificar los estilos de texto del patrón</a:t>
            </a:r>
          </a:p>
        </p:txBody>
      </p:sp>
      <p:sp>
        <p:nvSpPr>
          <p:cNvPr id="21" name="Marcador de contenido 3">
            <a:extLst>
              <a:ext uri="{FF2B5EF4-FFF2-40B4-BE49-F238E27FC236}">
                <a16:creationId xmlns:a16="http://schemas.microsoft.com/office/drawing/2014/main" id="{C946754A-F105-644E-99A4-DC80B9944243}"/>
              </a:ext>
            </a:extLst>
          </p:cNvPr>
          <p:cNvSpPr>
            <a:spLocks noGrp="1"/>
          </p:cNvSpPr>
          <p:nvPr>
            <p:ph sz="half" idx="11"/>
          </p:nvPr>
        </p:nvSpPr>
        <p:spPr>
          <a:xfrm>
            <a:off x="4569372" y="2799146"/>
            <a:ext cx="3050628"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s-ES" noProof="0"/>
              <a:t>Haga clic para modificar los estilos de texto del patrón</a:t>
            </a:r>
          </a:p>
        </p:txBody>
      </p:sp>
      <p:sp>
        <p:nvSpPr>
          <p:cNvPr id="22" name="Marcador de texto 2">
            <a:extLst>
              <a:ext uri="{FF2B5EF4-FFF2-40B4-BE49-F238E27FC236}">
                <a16:creationId xmlns:a16="http://schemas.microsoft.com/office/drawing/2014/main" id="{368648FC-FC9A-5645-8F0C-390FFFAE180D}"/>
              </a:ext>
            </a:extLst>
          </p:cNvPr>
          <p:cNvSpPr>
            <a:spLocks noGrp="1"/>
          </p:cNvSpPr>
          <p:nvPr>
            <p:ph type="body" idx="12"/>
          </p:nvPr>
        </p:nvSpPr>
        <p:spPr>
          <a:xfrm>
            <a:off x="8187017"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s-ES" noProof="0"/>
              <a:t>Haga clic para modificar los estilos de texto del patrón</a:t>
            </a:r>
          </a:p>
        </p:txBody>
      </p:sp>
      <p:sp>
        <p:nvSpPr>
          <p:cNvPr id="24" name="Marcador de posición de contenido 3">
            <a:extLst>
              <a:ext uri="{FF2B5EF4-FFF2-40B4-BE49-F238E27FC236}">
                <a16:creationId xmlns:a16="http://schemas.microsoft.com/office/drawing/2014/main" id="{BBB849DC-B114-D145-9879-4FE0688BF57E}"/>
              </a:ext>
            </a:extLst>
          </p:cNvPr>
          <p:cNvSpPr>
            <a:spLocks noGrp="1"/>
          </p:cNvSpPr>
          <p:nvPr>
            <p:ph sz="half" idx="13"/>
          </p:nvPr>
        </p:nvSpPr>
        <p:spPr>
          <a:xfrm>
            <a:off x="8187017" y="2799146"/>
            <a:ext cx="3036477"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s-ES" noProof="0"/>
              <a:t>Haga clic para modificar los estilos de texto del patrón</a:t>
            </a:r>
          </a:p>
        </p:txBody>
      </p:sp>
      <p:cxnSp>
        <p:nvCxnSpPr>
          <p:cNvPr id="26" name="Conector recto 25">
            <a:extLst>
              <a:ext uri="{FF2B5EF4-FFF2-40B4-BE49-F238E27FC236}">
                <a16:creationId xmlns:a16="http://schemas.microsoft.com/office/drawing/2014/main" id="{9F0C4CE5-5F02-B143-8FD1-1B235D270DAC}"/>
              </a:ext>
            </a:extLst>
          </p:cNvPr>
          <p:cNvCxnSpPr>
            <a:cxnSpLocks/>
          </p:cNvCxnSpPr>
          <p:nvPr userDrawn="1"/>
        </p:nvCxnSpPr>
        <p:spPr>
          <a:xfrm>
            <a:off x="4569372"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cxnSp>
        <p:nvCxnSpPr>
          <p:cNvPr id="28" name="Conector recto 27">
            <a:extLst>
              <a:ext uri="{FF2B5EF4-FFF2-40B4-BE49-F238E27FC236}">
                <a16:creationId xmlns:a16="http://schemas.microsoft.com/office/drawing/2014/main" id="{289A8C14-DB28-F34E-8098-168D4C75AF23}"/>
              </a:ext>
            </a:extLst>
          </p:cNvPr>
          <p:cNvCxnSpPr>
            <a:cxnSpLocks/>
          </p:cNvCxnSpPr>
          <p:nvPr userDrawn="1"/>
        </p:nvCxnSpPr>
        <p:spPr>
          <a:xfrm>
            <a:off x="8187017"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 name="Marcador de fecha 1">
            <a:extLst>
              <a:ext uri="{FF2B5EF4-FFF2-40B4-BE49-F238E27FC236}">
                <a16:creationId xmlns:a16="http://schemas.microsoft.com/office/drawing/2014/main" id="{F0FA07F3-F8E4-4505-85EC-22734AC68792}"/>
              </a:ext>
            </a:extLst>
          </p:cNvPr>
          <p:cNvSpPr>
            <a:spLocks noGrp="1"/>
          </p:cNvSpPr>
          <p:nvPr>
            <p:ph type="dt" sz="half" idx="14"/>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846AC6E8-C089-4970-88B6-A9DF4F2A5ECC}"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 de mayo de 2025</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D5165D22-FEF5-4F30-8822-5D2378806A9B}"/>
              </a:ext>
            </a:extLst>
          </p:cNvPr>
          <p:cNvSpPr>
            <a:spLocks noGrp="1"/>
          </p:cNvSpPr>
          <p:nvPr>
            <p:ph type="ftr" sz="quarter" idx="15"/>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1540F86B-3DA3-4708-AAF5-387BA115C415}"/>
              </a:ext>
            </a:extLst>
          </p:cNvPr>
          <p:cNvSpPr>
            <a:spLocks noGrp="1"/>
          </p:cNvSpPr>
          <p:nvPr>
            <p:ph type="sldNum" sz="quarter" idx="16"/>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128561778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520">
          <p15:clr>
            <a:srgbClr val="FBAE40"/>
          </p15:clr>
        </p15:guide>
        <p15:guide id="4" pos="5160">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4800">
          <p15:clr>
            <a:srgbClr val="FBAE40"/>
          </p15:clr>
        </p15:guide>
        <p15:guide id="11" pos="2880">
          <p15:clr>
            <a:srgbClr val="FBAE40"/>
          </p15:clr>
        </p15:guide>
        <p15:guide id="12" orient="horz" pos="175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Resumen ">
    <p:bg>
      <p:bgPr>
        <a:solidFill>
          <a:schemeClr val="tx1"/>
        </a:solidFill>
        <a:effectLst/>
      </p:bgPr>
    </p:bg>
    <p:spTree>
      <p:nvGrpSpPr>
        <p:cNvPr id="1" name=""/>
        <p:cNvGrpSpPr/>
        <p:nvPr/>
      </p:nvGrpSpPr>
      <p:grpSpPr>
        <a:xfrm>
          <a:off x="0" y="0"/>
          <a:ext cx="0" cy="0"/>
          <a:chOff x="0" y="0"/>
          <a:chExt cx="0" cy="0"/>
        </a:xfrm>
      </p:grpSpPr>
      <p:sp>
        <p:nvSpPr>
          <p:cNvPr id="32" name="Título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s-ES" noProof="0"/>
              <a:t>Haga clic para modificar el estilo de título del patrón</a:t>
            </a:r>
            <a:endParaRPr lang="es-ES" noProof="0" dirty="0"/>
          </a:p>
        </p:txBody>
      </p:sp>
      <p:cxnSp>
        <p:nvCxnSpPr>
          <p:cNvPr id="33" name="Conector recto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3" name="Marcador de texto 2">
            <a:extLst>
              <a:ext uri="{FF2B5EF4-FFF2-40B4-BE49-F238E27FC236}">
                <a16:creationId xmlns:a16="http://schemas.microsoft.com/office/drawing/2014/main" id="{0DA8C895-11B9-EA40-B0F8-0F4FE9881512}"/>
              </a:ext>
            </a:extLst>
          </p:cNvPr>
          <p:cNvSpPr>
            <a:spLocks noGrp="1"/>
          </p:cNvSpPr>
          <p:nvPr>
            <p:ph type="body" sz="quarter" idx="10"/>
          </p:nvPr>
        </p:nvSpPr>
        <p:spPr>
          <a:xfrm>
            <a:off x="952500" y="2656904"/>
            <a:ext cx="4838700" cy="574318"/>
          </a:xfrm>
        </p:spPr>
        <p:txBody>
          <a:bodyPr rtlCol="0">
            <a:noAutofit/>
          </a:bodyPr>
          <a:lstStyle>
            <a:lvl1pPr marL="0" indent="0">
              <a:buNone/>
              <a:defRPr sz="1600">
                <a:latin typeface="+mn-lt"/>
              </a:defRPr>
            </a:lvl1pPr>
          </a:lstStyle>
          <a:p>
            <a:pPr lvl="0" rtl="0"/>
            <a:r>
              <a:rPr lang="es-ES" noProof="0"/>
              <a:t>Haga clic para modificar los estilos de texto del patrón</a:t>
            </a:r>
          </a:p>
        </p:txBody>
      </p:sp>
      <p:grpSp>
        <p:nvGrpSpPr>
          <p:cNvPr id="15" name="Grupo 14">
            <a:extLst>
              <a:ext uri="{FF2B5EF4-FFF2-40B4-BE49-F238E27FC236}">
                <a16:creationId xmlns:a16="http://schemas.microsoft.com/office/drawing/2014/main" id="{C47A1EE0-4011-3749-B01C-FC489EEDF880}"/>
              </a:ext>
            </a:extLst>
          </p:cNvPr>
          <p:cNvGrpSpPr>
            <a:grpSpLocks/>
          </p:cNvGrpSpPr>
          <p:nvPr userDrawn="1"/>
        </p:nvGrpSpPr>
        <p:grpSpPr bwMode="auto">
          <a:xfrm rot="10800000">
            <a:off x="8870040" y="0"/>
            <a:ext cx="3325208" cy="3325208"/>
            <a:chOff x="0" y="12289"/>
            <a:chExt cx="3550" cy="3551"/>
          </a:xfrm>
        </p:grpSpPr>
        <p:sp>
          <p:nvSpPr>
            <p:cNvPr id="16" name="Forma libre 15">
              <a:extLst>
                <a:ext uri="{FF2B5EF4-FFF2-40B4-BE49-F238E27FC236}">
                  <a16:creationId xmlns:a16="http://schemas.microsoft.com/office/drawing/2014/main" id="{17EED68A-6660-2643-BBFB-B6AB92A7C227}"/>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7" name="Forma libre 16">
              <a:extLst>
                <a:ext uri="{FF2B5EF4-FFF2-40B4-BE49-F238E27FC236}">
                  <a16:creationId xmlns:a16="http://schemas.microsoft.com/office/drawing/2014/main" id="{BECF9FB8-F6C7-C54D-99F4-11FDF26D7F9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8" name="Forma libre 17">
              <a:extLst>
                <a:ext uri="{FF2B5EF4-FFF2-40B4-BE49-F238E27FC236}">
                  <a16:creationId xmlns:a16="http://schemas.microsoft.com/office/drawing/2014/main" id="{46C7C62D-7D3B-934C-AFF9-0F10E727B42E}"/>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4" name="Marcador de texto 3">
            <a:extLst>
              <a:ext uri="{FF2B5EF4-FFF2-40B4-BE49-F238E27FC236}">
                <a16:creationId xmlns:a16="http://schemas.microsoft.com/office/drawing/2014/main" id="{FF85D552-3AFC-4D21-A944-9D41E128A96E}"/>
              </a:ext>
            </a:extLst>
          </p:cNvPr>
          <p:cNvSpPr>
            <a:spLocks noGrp="1"/>
          </p:cNvSpPr>
          <p:nvPr>
            <p:ph type="body" sz="quarter" idx="12"/>
          </p:nvPr>
        </p:nvSpPr>
        <p:spPr>
          <a:xfrm>
            <a:off x="952500" y="2286000"/>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ES" noProof="0"/>
              <a:t>Haga clic para modificar los estilos de texto del patrón</a:t>
            </a:r>
          </a:p>
        </p:txBody>
      </p:sp>
      <p:sp>
        <p:nvSpPr>
          <p:cNvPr id="21" name="Marcador de texto 2">
            <a:extLst>
              <a:ext uri="{FF2B5EF4-FFF2-40B4-BE49-F238E27FC236}">
                <a16:creationId xmlns:a16="http://schemas.microsoft.com/office/drawing/2014/main" id="{BE8C2EDB-9C70-49A2-865C-E5CD77D3E741}"/>
              </a:ext>
            </a:extLst>
          </p:cNvPr>
          <p:cNvSpPr>
            <a:spLocks noGrp="1"/>
          </p:cNvSpPr>
          <p:nvPr>
            <p:ph type="body" sz="quarter" idx="13"/>
          </p:nvPr>
        </p:nvSpPr>
        <p:spPr>
          <a:xfrm>
            <a:off x="953655" y="3841846"/>
            <a:ext cx="4838700" cy="636754"/>
          </a:xfrm>
        </p:spPr>
        <p:txBody>
          <a:bodyPr rtlCol="0">
            <a:noAutofit/>
          </a:bodyPr>
          <a:lstStyle>
            <a:lvl1pPr marL="0" indent="0">
              <a:buNone/>
              <a:defRPr sz="1600">
                <a:latin typeface="+mn-lt"/>
              </a:defRPr>
            </a:lvl1pPr>
          </a:lstStyle>
          <a:p>
            <a:pPr lvl="0" rtl="0"/>
            <a:r>
              <a:rPr lang="es-ES" noProof="0"/>
              <a:t>Haga clic para modificar los estilos de texto del patrón</a:t>
            </a:r>
          </a:p>
        </p:txBody>
      </p:sp>
      <p:sp>
        <p:nvSpPr>
          <p:cNvPr id="22" name="Marcador de texto 3">
            <a:extLst>
              <a:ext uri="{FF2B5EF4-FFF2-40B4-BE49-F238E27FC236}">
                <a16:creationId xmlns:a16="http://schemas.microsoft.com/office/drawing/2014/main" id="{EE50320A-D017-45C6-9986-94BC43911E98}"/>
              </a:ext>
            </a:extLst>
          </p:cNvPr>
          <p:cNvSpPr>
            <a:spLocks noGrp="1"/>
          </p:cNvSpPr>
          <p:nvPr>
            <p:ph type="body" sz="quarter" idx="14"/>
          </p:nvPr>
        </p:nvSpPr>
        <p:spPr>
          <a:xfrm>
            <a:off x="953655" y="3470942"/>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ES" noProof="0"/>
              <a:t>Haga clic para modificar los estilos de texto del patrón</a:t>
            </a:r>
          </a:p>
        </p:txBody>
      </p:sp>
      <p:sp>
        <p:nvSpPr>
          <p:cNvPr id="23" name="Marcador de texto 2">
            <a:extLst>
              <a:ext uri="{FF2B5EF4-FFF2-40B4-BE49-F238E27FC236}">
                <a16:creationId xmlns:a16="http://schemas.microsoft.com/office/drawing/2014/main" id="{673EB498-F5D2-4E15-990A-2AFA4A377CBB}"/>
              </a:ext>
            </a:extLst>
          </p:cNvPr>
          <p:cNvSpPr>
            <a:spLocks noGrp="1"/>
          </p:cNvSpPr>
          <p:nvPr>
            <p:ph type="body" sz="quarter" idx="15"/>
          </p:nvPr>
        </p:nvSpPr>
        <p:spPr>
          <a:xfrm>
            <a:off x="952500" y="5017901"/>
            <a:ext cx="4838700" cy="908340"/>
          </a:xfrm>
        </p:spPr>
        <p:txBody>
          <a:bodyPr rtlCol="0">
            <a:noAutofit/>
          </a:bodyPr>
          <a:lstStyle>
            <a:lvl1pPr marL="0" indent="0">
              <a:buNone/>
              <a:defRPr sz="1600">
                <a:latin typeface="+mn-lt"/>
              </a:defRPr>
            </a:lvl1pPr>
          </a:lstStyle>
          <a:p>
            <a:pPr lvl="0" rtl="0"/>
            <a:r>
              <a:rPr lang="es-ES" noProof="0"/>
              <a:t>Haga clic para modificar los estilos de texto del patrón</a:t>
            </a:r>
          </a:p>
        </p:txBody>
      </p:sp>
      <p:sp>
        <p:nvSpPr>
          <p:cNvPr id="24" name="Marcador de texto 3">
            <a:extLst>
              <a:ext uri="{FF2B5EF4-FFF2-40B4-BE49-F238E27FC236}">
                <a16:creationId xmlns:a16="http://schemas.microsoft.com/office/drawing/2014/main" id="{1F528150-326B-4BB3-AC38-7FC805DB6BA7}"/>
              </a:ext>
            </a:extLst>
          </p:cNvPr>
          <p:cNvSpPr>
            <a:spLocks noGrp="1"/>
          </p:cNvSpPr>
          <p:nvPr>
            <p:ph type="body" sz="quarter" idx="16"/>
          </p:nvPr>
        </p:nvSpPr>
        <p:spPr>
          <a:xfrm>
            <a:off x="952500" y="4646997"/>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ES" noProof="0"/>
              <a:t>Haga clic para modificar los estilos de texto del patrón</a:t>
            </a:r>
          </a:p>
        </p:txBody>
      </p:sp>
      <p:sp>
        <p:nvSpPr>
          <p:cNvPr id="25" name="Marcador de texto 2">
            <a:extLst>
              <a:ext uri="{FF2B5EF4-FFF2-40B4-BE49-F238E27FC236}">
                <a16:creationId xmlns:a16="http://schemas.microsoft.com/office/drawing/2014/main" id="{20EBEFF7-AECA-409B-9ACC-A63A168283BE}"/>
              </a:ext>
            </a:extLst>
          </p:cNvPr>
          <p:cNvSpPr>
            <a:spLocks noGrp="1"/>
          </p:cNvSpPr>
          <p:nvPr>
            <p:ph type="body" sz="quarter" idx="17"/>
          </p:nvPr>
        </p:nvSpPr>
        <p:spPr>
          <a:xfrm>
            <a:off x="6399647" y="2656904"/>
            <a:ext cx="4838700" cy="574318"/>
          </a:xfrm>
        </p:spPr>
        <p:txBody>
          <a:bodyPr rtlCol="0">
            <a:noAutofit/>
          </a:bodyPr>
          <a:lstStyle>
            <a:lvl1pPr marL="0" indent="0">
              <a:buNone/>
              <a:defRPr sz="1600">
                <a:latin typeface="+mn-lt"/>
              </a:defRPr>
            </a:lvl1pPr>
          </a:lstStyle>
          <a:p>
            <a:pPr lvl="0" rtl="0"/>
            <a:r>
              <a:rPr lang="es-ES" noProof="0"/>
              <a:t>Haga clic para modificar los estilos de texto del patrón</a:t>
            </a:r>
          </a:p>
        </p:txBody>
      </p:sp>
      <p:sp>
        <p:nvSpPr>
          <p:cNvPr id="26" name="Marcador de texto 3">
            <a:extLst>
              <a:ext uri="{FF2B5EF4-FFF2-40B4-BE49-F238E27FC236}">
                <a16:creationId xmlns:a16="http://schemas.microsoft.com/office/drawing/2014/main" id="{29E4D063-8666-4D7A-B8C8-2B9383F798E0}"/>
              </a:ext>
            </a:extLst>
          </p:cNvPr>
          <p:cNvSpPr>
            <a:spLocks noGrp="1"/>
          </p:cNvSpPr>
          <p:nvPr>
            <p:ph type="body" sz="quarter" idx="18"/>
          </p:nvPr>
        </p:nvSpPr>
        <p:spPr>
          <a:xfrm>
            <a:off x="6399647" y="2286000"/>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ES" noProof="0"/>
              <a:t>Haga clic para modificar los estilos de texto del patrón</a:t>
            </a:r>
          </a:p>
        </p:txBody>
      </p:sp>
      <p:sp>
        <p:nvSpPr>
          <p:cNvPr id="27" name="Marcador de texto 2">
            <a:extLst>
              <a:ext uri="{FF2B5EF4-FFF2-40B4-BE49-F238E27FC236}">
                <a16:creationId xmlns:a16="http://schemas.microsoft.com/office/drawing/2014/main" id="{4717B7CD-A4F9-444E-82B9-8914CB574887}"/>
              </a:ext>
            </a:extLst>
          </p:cNvPr>
          <p:cNvSpPr>
            <a:spLocks noGrp="1"/>
          </p:cNvSpPr>
          <p:nvPr>
            <p:ph type="body" sz="quarter" idx="19"/>
          </p:nvPr>
        </p:nvSpPr>
        <p:spPr>
          <a:xfrm>
            <a:off x="6399647" y="3841846"/>
            <a:ext cx="4838700" cy="908340"/>
          </a:xfrm>
        </p:spPr>
        <p:txBody>
          <a:bodyPr rtlCol="0">
            <a:noAutofit/>
          </a:bodyPr>
          <a:lstStyle>
            <a:lvl1pPr marL="0" indent="0">
              <a:buNone/>
              <a:defRPr sz="1600">
                <a:latin typeface="+mn-lt"/>
              </a:defRPr>
            </a:lvl1pPr>
          </a:lstStyle>
          <a:p>
            <a:pPr lvl="0" rtl="0"/>
            <a:r>
              <a:rPr lang="es-ES" noProof="0"/>
              <a:t>Haga clic para modificar los estilos de texto del patrón</a:t>
            </a:r>
          </a:p>
        </p:txBody>
      </p:sp>
      <p:sp>
        <p:nvSpPr>
          <p:cNvPr id="28" name="Marcador de texto 3">
            <a:extLst>
              <a:ext uri="{FF2B5EF4-FFF2-40B4-BE49-F238E27FC236}">
                <a16:creationId xmlns:a16="http://schemas.microsoft.com/office/drawing/2014/main" id="{2CF285B7-A950-4326-A4D5-F5D542D2D65B}"/>
              </a:ext>
            </a:extLst>
          </p:cNvPr>
          <p:cNvSpPr>
            <a:spLocks noGrp="1"/>
          </p:cNvSpPr>
          <p:nvPr>
            <p:ph type="body" sz="quarter" idx="20"/>
          </p:nvPr>
        </p:nvSpPr>
        <p:spPr>
          <a:xfrm>
            <a:off x="6399647" y="3470942"/>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ES" noProof="0"/>
              <a:t>Haga clic para modificar los estilos de texto del patrón</a:t>
            </a:r>
          </a:p>
        </p:txBody>
      </p:sp>
      <p:sp>
        <p:nvSpPr>
          <p:cNvPr id="2" name="Marcador de fecha 1">
            <a:extLst>
              <a:ext uri="{FF2B5EF4-FFF2-40B4-BE49-F238E27FC236}">
                <a16:creationId xmlns:a16="http://schemas.microsoft.com/office/drawing/2014/main" id="{EC45E38A-5516-4C3E-88FC-0DCBD876054B}"/>
              </a:ext>
            </a:extLst>
          </p:cNvPr>
          <p:cNvSpPr>
            <a:spLocks noGrp="1"/>
          </p:cNvSpPr>
          <p:nvPr>
            <p:ph type="dt" sz="half" idx="2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49053CBC-2B39-42EE-A9ED-10AB05B9208E}"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 de mayo de 2025</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5" name="Marcador de pie de página 4">
            <a:extLst>
              <a:ext uri="{FF2B5EF4-FFF2-40B4-BE49-F238E27FC236}">
                <a16:creationId xmlns:a16="http://schemas.microsoft.com/office/drawing/2014/main" id="{14225273-038D-4F51-A093-83D80104F21A}"/>
              </a:ext>
            </a:extLst>
          </p:cNvPr>
          <p:cNvSpPr>
            <a:spLocks noGrp="1"/>
          </p:cNvSpPr>
          <p:nvPr>
            <p:ph type="ftr" sz="quarter" idx="22"/>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prstClr val="black"/>
                </a:solidFill>
                <a:effectLst/>
                <a:uLnTx/>
                <a:uFillTx/>
                <a:latin typeface="Franklin Gothic Demi"/>
                <a:ea typeface="+mn-ea"/>
                <a:cs typeface="+mn-cs"/>
              </a:rPr>
              <a:t>Revisión anual</a:t>
            </a:r>
          </a:p>
        </p:txBody>
      </p:sp>
      <p:sp>
        <p:nvSpPr>
          <p:cNvPr id="6" name="Marcador de número de diapositiva 5">
            <a:extLst>
              <a:ext uri="{FF2B5EF4-FFF2-40B4-BE49-F238E27FC236}">
                <a16:creationId xmlns:a16="http://schemas.microsoft.com/office/drawing/2014/main" id="{C7F24E14-E0E0-44FA-A4AA-FA63A858730C}"/>
              </a:ext>
            </a:extLst>
          </p:cNvPr>
          <p:cNvSpPr>
            <a:spLocks noGrp="1"/>
          </p:cNvSpPr>
          <p:nvPr>
            <p:ph type="sldNum" sz="quarter" idx="23"/>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263394155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Gracias">
    <p:bg>
      <p:bgPr>
        <a:solidFill>
          <a:schemeClr val="tx1"/>
        </a:solidFill>
        <a:effectLst/>
      </p:bgPr>
    </p:bg>
    <p:spTree>
      <p:nvGrpSpPr>
        <p:cNvPr id="1" name=""/>
        <p:cNvGrpSpPr/>
        <p:nvPr/>
      </p:nvGrpSpPr>
      <p:grpSpPr>
        <a:xfrm>
          <a:off x="0" y="0"/>
          <a:ext cx="0" cy="0"/>
          <a:chOff x="0" y="0"/>
          <a:chExt cx="0" cy="0"/>
        </a:xfrm>
      </p:grpSpPr>
      <p:sp>
        <p:nvSpPr>
          <p:cNvPr id="16" name="Marcador de texto 29">
            <a:extLst>
              <a:ext uri="{FF2B5EF4-FFF2-40B4-BE49-F238E27FC236}">
                <a16:creationId xmlns:a16="http://schemas.microsoft.com/office/drawing/2014/main" id="{BB778BC5-5409-574B-96E2-B45CDD940DF4}"/>
              </a:ext>
            </a:extLst>
          </p:cNvPr>
          <p:cNvSpPr>
            <a:spLocks noGrp="1"/>
          </p:cNvSpPr>
          <p:nvPr>
            <p:ph type="body" sz="quarter" idx="11"/>
          </p:nvPr>
        </p:nvSpPr>
        <p:spPr>
          <a:xfrm>
            <a:off x="6896100" y="5102063"/>
            <a:ext cx="4914900" cy="588795"/>
          </a:xfrm>
        </p:spPr>
        <p:txBody>
          <a:bodyPr lIns="0" tIns="0" rIns="0" bIns="0" rtlCol="0" anchor="b">
            <a:noAutofit/>
          </a:bodyPr>
          <a:lstStyle>
            <a:lvl1pPr marL="0" indent="0">
              <a:buNone/>
              <a:defRPr sz="1600" b="0" i="0">
                <a:solidFill>
                  <a:schemeClr val="tx2"/>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17" name="Subtítulo 2">
            <a:extLst>
              <a:ext uri="{FF2B5EF4-FFF2-40B4-BE49-F238E27FC236}">
                <a16:creationId xmlns:a16="http://schemas.microsoft.com/office/drawing/2014/main" id="{32916F3A-28FA-9A4B-A780-0D687D932893}"/>
              </a:ext>
            </a:extLst>
          </p:cNvPr>
          <p:cNvSpPr>
            <a:spLocks noGrp="1"/>
          </p:cNvSpPr>
          <p:nvPr>
            <p:ph type="subTitle" idx="1"/>
          </p:nvPr>
        </p:nvSpPr>
        <p:spPr>
          <a:xfrm>
            <a:off x="6907623" y="3591098"/>
            <a:ext cx="4903377" cy="1057791"/>
          </a:xfrm>
        </p:spPr>
        <p:txBody>
          <a:bodyPr lIns="0" tIns="0" rIns="0" bIns="0" rtlCol="0">
            <a:normAutofit/>
          </a:bodyPr>
          <a:lstStyle>
            <a:lvl1pPr marL="0" indent="0" algn="l">
              <a:buNone/>
              <a:defRPr sz="1600" b="0" i="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ES" noProof="0"/>
              <a:t>Haga clic para modificar el estilo de subtítulo del patrón</a:t>
            </a:r>
            <a:endParaRPr lang="es-ES" noProof="0" dirty="0"/>
          </a:p>
        </p:txBody>
      </p:sp>
      <p:sp>
        <p:nvSpPr>
          <p:cNvPr id="26" name="Título 1">
            <a:extLst>
              <a:ext uri="{FF2B5EF4-FFF2-40B4-BE49-F238E27FC236}">
                <a16:creationId xmlns:a16="http://schemas.microsoft.com/office/drawing/2014/main" id="{E29321F6-59C5-6E4C-A846-6AD00848A444}"/>
              </a:ext>
            </a:extLst>
          </p:cNvPr>
          <p:cNvSpPr>
            <a:spLocks noGrp="1"/>
          </p:cNvSpPr>
          <p:nvPr>
            <p:ph type="title"/>
          </p:nvPr>
        </p:nvSpPr>
        <p:spPr>
          <a:xfrm>
            <a:off x="6907623" y="2173658"/>
            <a:ext cx="4903377" cy="610863"/>
          </a:xfrm>
          <a:prstGeom prst="rect">
            <a:avLst/>
          </a:prstGeom>
        </p:spPr>
        <p:txBody>
          <a:bodyPr lIns="0" tIns="0" rIns="0" bIns="0" rtlCol="0" anchor="b" anchorCtr="0">
            <a:normAutofit/>
          </a:bodyPr>
          <a:lstStyle>
            <a:lvl1pPr>
              <a:defRPr sz="4400" b="1" i="0">
                <a:latin typeface="+mj-lt"/>
              </a:defRPr>
            </a:lvl1pPr>
          </a:lstStyle>
          <a:p>
            <a:pPr rtl="0"/>
            <a:r>
              <a:rPr lang="es-ES" noProof="0"/>
              <a:t>Haga clic para modificar el estilo de título del patrón</a:t>
            </a:r>
            <a:endParaRPr lang="es-ES" noProof="0" dirty="0"/>
          </a:p>
        </p:txBody>
      </p:sp>
      <p:cxnSp>
        <p:nvCxnSpPr>
          <p:cNvPr id="27" name="Conector recto 26">
            <a:extLst>
              <a:ext uri="{FF2B5EF4-FFF2-40B4-BE49-F238E27FC236}">
                <a16:creationId xmlns:a16="http://schemas.microsoft.com/office/drawing/2014/main" id="{AB5C3BF3-A164-DD48-BD02-4587489DA105}"/>
              </a:ext>
            </a:extLst>
          </p:cNvPr>
          <p:cNvCxnSpPr>
            <a:cxnSpLocks/>
          </p:cNvCxnSpPr>
          <p:nvPr userDrawn="1"/>
        </p:nvCxnSpPr>
        <p:spPr>
          <a:xfrm>
            <a:off x="6896100" y="3233703"/>
            <a:ext cx="21348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1" name="Marcador de posición de imagen 2">
            <a:extLst>
              <a:ext uri="{FF2B5EF4-FFF2-40B4-BE49-F238E27FC236}">
                <a16:creationId xmlns:a16="http://schemas.microsoft.com/office/drawing/2014/main" id="{F8C225AD-C009-894E-8AFA-C94EAA06509C}"/>
              </a:ext>
            </a:extLst>
          </p:cNvPr>
          <p:cNvSpPr>
            <a:spLocks noGrp="1"/>
          </p:cNvSpPr>
          <p:nvPr>
            <p:ph type="pic" sz="quarter" idx="13"/>
          </p:nvPr>
        </p:nvSpPr>
        <p:spPr>
          <a:xfrm>
            <a:off x="0" y="0"/>
            <a:ext cx="6096000" cy="6858000"/>
          </a:xfrm>
        </p:spPr>
        <p:txBody>
          <a:bodyPr rtlCol="0"/>
          <a:lstStyle/>
          <a:p>
            <a:pPr rtl="0"/>
            <a:r>
              <a:rPr lang="es-ES" noProof="0"/>
              <a:t>Haga clic en el icono para agregar una imagen</a:t>
            </a:r>
            <a:endParaRPr lang="es-ES" noProof="0" dirty="0"/>
          </a:p>
        </p:txBody>
      </p:sp>
      <p:grpSp>
        <p:nvGrpSpPr>
          <p:cNvPr id="30" name="Grupo 29">
            <a:extLst>
              <a:ext uri="{FF2B5EF4-FFF2-40B4-BE49-F238E27FC236}">
                <a16:creationId xmlns:a16="http://schemas.microsoft.com/office/drawing/2014/main" id="{FFEF81ED-50DF-3946-87D9-407C13C3CE9F}"/>
              </a:ext>
            </a:extLst>
          </p:cNvPr>
          <p:cNvGrpSpPr>
            <a:grpSpLocks/>
          </p:cNvGrpSpPr>
          <p:nvPr userDrawn="1"/>
        </p:nvGrpSpPr>
        <p:grpSpPr bwMode="auto">
          <a:xfrm rot="10800000">
            <a:off x="8870040" y="0"/>
            <a:ext cx="3325208" cy="3325208"/>
            <a:chOff x="0" y="12289"/>
            <a:chExt cx="3550" cy="3551"/>
          </a:xfrm>
        </p:grpSpPr>
        <p:sp>
          <p:nvSpPr>
            <p:cNvPr id="31" name="Forma libre 30">
              <a:extLst>
                <a:ext uri="{FF2B5EF4-FFF2-40B4-BE49-F238E27FC236}">
                  <a16:creationId xmlns:a16="http://schemas.microsoft.com/office/drawing/2014/main" id="{4B6857A0-601C-9C40-ADB4-7927C7A4ECA0}"/>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2" name="Forma libre 31">
              <a:extLst>
                <a:ext uri="{FF2B5EF4-FFF2-40B4-BE49-F238E27FC236}">
                  <a16:creationId xmlns:a16="http://schemas.microsoft.com/office/drawing/2014/main" id="{31562ACC-ECB3-4841-A52C-00DAFF438EBF}"/>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3" name="Forma libre 32">
              <a:extLst>
                <a:ext uri="{FF2B5EF4-FFF2-40B4-BE49-F238E27FC236}">
                  <a16:creationId xmlns:a16="http://schemas.microsoft.com/office/drawing/2014/main" id="{77C317B8-91B4-7040-AB8C-CE822CA28AAD}"/>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Tree>
    <p:extLst>
      <p:ext uri="{BB962C8B-B14F-4D97-AF65-F5344CB8AC3E}">
        <p14:creationId xmlns:p14="http://schemas.microsoft.com/office/powerpoint/2010/main" val="2380417716"/>
      </p:ext>
    </p:extLst>
  </p:cSld>
  <p:clrMapOvr>
    <a:masterClrMapping/>
  </p:clrMapOvr>
  <p:extLst>
    <p:ext uri="{DCECCB84-F9BA-43D5-87BE-67443E8EF086}">
      <p15:sldGuideLst xmlns:p15="http://schemas.microsoft.com/office/powerpoint/2012/main">
        <p15:guide id="1" pos="60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8EED84C6-50E6-6C43-8031-AFF6268E0C06}"/>
              </a:ext>
            </a:extLst>
          </p:cNvPr>
          <p:cNvSpPr>
            <a:spLocks noGrp="1"/>
          </p:cNvSpPr>
          <p:nvPr>
            <p:ph type="body" idx="1"/>
          </p:nvPr>
        </p:nvSpPr>
        <p:spPr>
          <a:xfrm>
            <a:off x="971550" y="1825625"/>
            <a:ext cx="10382250" cy="4351338"/>
          </a:xfrm>
          <a:prstGeom prst="rect">
            <a:avLst/>
          </a:prstGeom>
        </p:spPr>
        <p:txBody>
          <a:bodyPr vert="horz" lIns="91440" tIns="45720" rIns="91440" bIns="45720" rtlCol="0">
            <a:normAutofit/>
          </a:body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12" name="Marcador de título 11">
            <a:extLst>
              <a:ext uri="{FF2B5EF4-FFF2-40B4-BE49-F238E27FC236}">
                <a16:creationId xmlns:a16="http://schemas.microsoft.com/office/drawing/2014/main" id="{D41FC0AE-253D-D242-9C88-017078F8A23A}"/>
              </a:ext>
            </a:extLst>
          </p:cNvPr>
          <p:cNvSpPr>
            <a:spLocks noGrp="1"/>
          </p:cNvSpPr>
          <p:nvPr>
            <p:ph type="title"/>
          </p:nvPr>
        </p:nvSpPr>
        <p:spPr>
          <a:xfrm>
            <a:off x="952500" y="365125"/>
            <a:ext cx="10401300" cy="1325563"/>
          </a:xfrm>
          <a:prstGeom prst="rect">
            <a:avLst/>
          </a:prstGeom>
        </p:spPr>
        <p:txBody>
          <a:bodyPr vert="horz" lIns="91440" tIns="45720" rIns="91440" bIns="45720" rtlCol="0" anchor="ctr">
            <a:normAutofit/>
          </a:bodyPr>
          <a:lstStyle/>
          <a:p>
            <a:pPr rtl="0"/>
            <a:r>
              <a:rPr lang="es-ES" noProof="0"/>
              <a:t>Haga clic para modificar el estilo de título del patrón</a:t>
            </a:r>
          </a:p>
        </p:txBody>
      </p:sp>
      <p:sp>
        <p:nvSpPr>
          <p:cNvPr id="30" name="Marcador de fecha 3">
            <a:extLst>
              <a:ext uri="{FF2B5EF4-FFF2-40B4-BE49-F238E27FC236}">
                <a16:creationId xmlns:a16="http://schemas.microsoft.com/office/drawing/2014/main" id="{EF47083A-6D76-4B4D-87CA-E08E212F781D}"/>
              </a:ext>
            </a:extLst>
          </p:cNvPr>
          <p:cNvSpPr>
            <a:spLocks noGrp="1"/>
          </p:cNvSpPr>
          <p:nvPr>
            <p:ph type="dt" sz="half" idx="2"/>
          </p:nvPr>
        </p:nvSpPr>
        <p:spPr>
          <a:xfrm>
            <a:off x="2992120" y="6332220"/>
            <a:ext cx="1313180" cy="247651"/>
          </a:xfrm>
          <a:prstGeom prst="rect">
            <a:avLst/>
          </a:prstGeom>
        </p:spPr>
        <p:txBody>
          <a:bodyPr vert="horz" lIns="0" tIns="0" rIns="0" bIns="0" rtlCol="0" anchor="t" anchorCtr="0"/>
          <a:lstStyle>
            <a:lvl1pPr algn="l">
              <a:defRPr sz="1100" b="0" i="0">
                <a:solidFill>
                  <a:schemeClr val="bg1"/>
                </a:solidFill>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7BF5E43A-1348-4597-A2F5-11856AA9D9CF}"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 de mayo de 2025</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
        <p:nvSpPr>
          <p:cNvPr id="31" name="Marcador de pie de página 4">
            <a:extLst>
              <a:ext uri="{FF2B5EF4-FFF2-40B4-BE49-F238E27FC236}">
                <a16:creationId xmlns:a16="http://schemas.microsoft.com/office/drawing/2014/main" id="{C9955F1C-C0B1-BA44-8905-6991FA0D1EF3}"/>
              </a:ext>
            </a:extLst>
          </p:cNvPr>
          <p:cNvSpPr>
            <a:spLocks noGrp="1"/>
          </p:cNvSpPr>
          <p:nvPr>
            <p:ph type="ftr" sz="quarter" idx="3"/>
          </p:nvPr>
        </p:nvSpPr>
        <p:spPr>
          <a:xfrm>
            <a:off x="1494790" y="6332220"/>
            <a:ext cx="1497330" cy="247651"/>
          </a:xfrm>
          <a:prstGeom prst="rect">
            <a:avLst/>
          </a:prstGeom>
        </p:spPr>
        <p:txBody>
          <a:bodyPr vert="horz" lIns="0" tIns="0" rIns="0" bIns="0" rtlCol="0" anchor="t" anchorCtr="0"/>
          <a:lstStyle>
            <a:lvl1pPr algn="l">
              <a:defRPr sz="1100" b="0" i="0">
                <a:solidFill>
                  <a:schemeClr val="bg1"/>
                </a:solidFill>
                <a:latin typeface="+mj-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black"/>
                </a:solidFill>
                <a:effectLst/>
                <a:uLnTx/>
                <a:uFillTx/>
                <a:latin typeface="Franklin Gothic Demi"/>
                <a:ea typeface="+mn-ea"/>
                <a:cs typeface="+mn-cs"/>
              </a:rPr>
              <a:t>Revisión anual</a:t>
            </a:r>
          </a:p>
        </p:txBody>
      </p:sp>
      <p:sp>
        <p:nvSpPr>
          <p:cNvPr id="32" name="Marcador de posición de número de diapositiva 5">
            <a:extLst>
              <a:ext uri="{FF2B5EF4-FFF2-40B4-BE49-F238E27FC236}">
                <a16:creationId xmlns:a16="http://schemas.microsoft.com/office/drawing/2014/main" id="{C8ADA0DF-3751-9A48-8A21-59F01C782D7C}"/>
              </a:ext>
            </a:extLst>
          </p:cNvPr>
          <p:cNvSpPr>
            <a:spLocks noGrp="1"/>
          </p:cNvSpPr>
          <p:nvPr>
            <p:ph type="sldNum" sz="quarter" idx="4"/>
          </p:nvPr>
        </p:nvSpPr>
        <p:spPr>
          <a:xfrm>
            <a:off x="971550" y="6332220"/>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21902135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hdr="0"/>
  <p:txStyles>
    <p:titleStyle>
      <a:lvl1pPr algn="l" defTabSz="914400" rtl="0" eaLnBrk="1" latinLnBrk="0" hangingPunct="1">
        <a:lnSpc>
          <a:spcPct val="90000"/>
        </a:lnSpc>
        <a:spcBef>
          <a:spcPct val="0"/>
        </a:spcBef>
        <a:buNone/>
        <a:defRPr sz="44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93E168C-8042-5B4E-A5A4-A5BF693AE2D6}"/>
              </a:ext>
            </a:extLst>
          </p:cNvPr>
          <p:cNvSpPr>
            <a:spLocks noGrp="1"/>
          </p:cNvSpPr>
          <p:nvPr>
            <p:ph type="ctrTitle"/>
          </p:nvPr>
        </p:nvSpPr>
        <p:spPr>
          <a:xfrm>
            <a:off x="6367054" y="2116182"/>
            <a:ext cx="5491571" cy="1514019"/>
          </a:xfrm>
        </p:spPr>
        <p:txBody>
          <a:bodyPr rtlCol="0"/>
          <a:lstStyle/>
          <a:p>
            <a:pPr algn="ctr" rtl="0"/>
            <a:r>
              <a:rPr lang="es-ES" sz="4400" dirty="0">
                <a:latin typeface="Times New Roman" panose="02020603050405020304" pitchFamily="18" charset="0"/>
                <a:cs typeface="Times New Roman" panose="02020603050405020304" pitchFamily="18" charset="0"/>
              </a:rPr>
              <a:t>Sesión 28: Prueba de Hipótesis para dos medias.</a:t>
            </a:r>
          </a:p>
        </p:txBody>
      </p:sp>
      <p:sp>
        <p:nvSpPr>
          <p:cNvPr id="3" name="Marcador de texto 2">
            <a:extLst>
              <a:ext uri="{FF2B5EF4-FFF2-40B4-BE49-F238E27FC236}">
                <a16:creationId xmlns:a16="http://schemas.microsoft.com/office/drawing/2014/main" id="{F18E61D8-31A3-2D45-8E25-CBE846E26E1C}"/>
              </a:ext>
            </a:extLst>
          </p:cNvPr>
          <p:cNvSpPr>
            <a:spLocks noGrp="1"/>
          </p:cNvSpPr>
          <p:nvPr>
            <p:ph type="body" sz="quarter" idx="11"/>
          </p:nvPr>
        </p:nvSpPr>
        <p:spPr>
          <a:xfrm>
            <a:off x="6367055" y="4549553"/>
            <a:ext cx="5491570" cy="953337"/>
          </a:xfrm>
        </p:spPr>
        <p:txBody>
          <a:bodyPr rtlCol="0"/>
          <a:lstStyle/>
          <a:p>
            <a:pPr algn="ctr" rtl="0"/>
            <a:r>
              <a:rPr lang="es-ES" dirty="0">
                <a:solidFill>
                  <a:schemeClr val="bg1"/>
                </a:solidFill>
                <a:latin typeface="+mj-lt"/>
              </a:rPr>
              <a:t>Mtro. David Nexticapan Cortes</a:t>
            </a:r>
            <a:endParaRPr lang="es-ES" dirty="0">
              <a:solidFill>
                <a:schemeClr val="bg1"/>
              </a:solidFill>
            </a:endParaRPr>
          </a:p>
          <a:p>
            <a:pPr rtl="0"/>
            <a:endParaRPr lang="es-ES" dirty="0"/>
          </a:p>
        </p:txBody>
      </p:sp>
    </p:spTree>
    <p:extLst>
      <p:ext uri="{BB962C8B-B14F-4D97-AF65-F5344CB8AC3E}">
        <p14:creationId xmlns:p14="http://schemas.microsoft.com/office/powerpoint/2010/main" val="5052716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2" y="879063"/>
            <a:ext cx="8276908" cy="610863"/>
          </a:xfrm>
        </p:spPr>
        <p:txBody>
          <a:bodyPr rtlCol="0">
            <a:noAutofit/>
          </a:bodyPr>
          <a:lstStyle/>
          <a:p>
            <a:pPr algn="just" rtl="0"/>
            <a:r>
              <a:rPr lang="es-ES" sz="2600" dirty="0">
                <a:latin typeface="Times New Roman" panose="02020603050405020304" pitchFamily="18" charset="0"/>
                <a:cs typeface="Times New Roman" panose="02020603050405020304" pitchFamily="18" charset="0"/>
              </a:rPr>
              <a:t>Prueba de hipótesis para dos medias.</a:t>
            </a:r>
          </a:p>
        </p:txBody>
      </p:sp>
      <p:sp>
        <p:nvSpPr>
          <p:cNvPr id="5" name="CuadroTexto 4">
            <a:extLst>
              <a:ext uri="{FF2B5EF4-FFF2-40B4-BE49-F238E27FC236}">
                <a16:creationId xmlns:a16="http://schemas.microsoft.com/office/drawing/2014/main" id="{4B77887F-BB86-8BB4-8E75-761FE414B5F2}"/>
              </a:ext>
            </a:extLst>
          </p:cNvPr>
          <p:cNvSpPr txBox="1"/>
          <p:nvPr/>
        </p:nvSpPr>
        <p:spPr>
          <a:xfrm>
            <a:off x="964022" y="2353304"/>
            <a:ext cx="9332916" cy="961482"/>
          </a:xfrm>
          <a:prstGeom prst="rect">
            <a:avLst/>
          </a:prstGeom>
          <a:noFill/>
          <a:ln>
            <a:solidFill>
              <a:schemeClr val="tx1">
                <a:lumMod val="85000"/>
              </a:schemeClr>
            </a:solidFill>
          </a:ln>
        </p:spPr>
        <p:txBody>
          <a:bodyPr wrap="square" rtlCol="0">
            <a:spAutoFit/>
          </a:bodyPr>
          <a:lstStyle/>
          <a:p>
            <a:pPr algn="just">
              <a:lnSpc>
                <a:spcPct val="107000"/>
              </a:lnSpc>
              <a:spcAft>
                <a:spcPts val="800"/>
              </a:spcAft>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El objetivo que se plantea es comparar las medias de dos poblaciones, para lo que existen diferentes test. La elección del test apropiado va a depender de la naturaleza de los datos, si las muestras son independientes y del supuesto de normalidad de la variable en estudio.</a:t>
            </a:r>
            <a:endParaRPr lang="es-MX" dirty="0">
              <a:solidFill>
                <a:schemeClr val="bg1"/>
              </a:solidFill>
              <a:latin typeface="Times New Roman" panose="02020603050405020304" pitchFamily="18" charset="0"/>
              <a:cs typeface="Times New Roman" panose="02020603050405020304" pitchFamily="18" charset="0"/>
            </a:endParaRPr>
          </a:p>
        </p:txBody>
      </p:sp>
      <p:sp>
        <p:nvSpPr>
          <p:cNvPr id="3" name="CuadroTexto 2">
            <a:extLst>
              <a:ext uri="{FF2B5EF4-FFF2-40B4-BE49-F238E27FC236}">
                <a16:creationId xmlns:a16="http://schemas.microsoft.com/office/drawing/2014/main" id="{1FDC0F84-EF36-F694-7238-639BFFBFBC24}"/>
              </a:ext>
            </a:extLst>
          </p:cNvPr>
          <p:cNvSpPr txBox="1"/>
          <p:nvPr/>
        </p:nvSpPr>
        <p:spPr>
          <a:xfrm>
            <a:off x="964022" y="3543215"/>
            <a:ext cx="9332916" cy="368755"/>
          </a:xfrm>
          <a:prstGeom prst="rect">
            <a:avLst/>
          </a:prstGeom>
          <a:noFill/>
          <a:ln>
            <a:solidFill>
              <a:schemeClr val="tx1">
                <a:lumMod val="85000"/>
              </a:schemeClr>
            </a:solidFill>
          </a:ln>
        </p:spPr>
        <p:txBody>
          <a:bodyPr wrap="square" rtlCol="0">
            <a:spAutoFit/>
          </a:bodyPr>
          <a:lstStyle/>
          <a:p>
            <a:pPr algn="just">
              <a:lnSpc>
                <a:spcPct val="107000"/>
              </a:lnSpc>
              <a:spcAft>
                <a:spcPts val="800"/>
              </a:spcAft>
            </a:pPr>
            <a:r>
              <a:rPr lang="es-MX" dirty="0">
                <a:solidFill>
                  <a:schemeClr val="bg1"/>
                </a:solidFill>
                <a:latin typeface="Times New Roman" panose="02020603050405020304" pitchFamily="18" charset="0"/>
                <a:cs typeface="Times New Roman" panose="02020603050405020304" pitchFamily="18" charset="0"/>
              </a:rPr>
              <a:t>De forma general, el juego de hipótesis que se plantea para comparar dos medias poblaciones es:</a:t>
            </a:r>
          </a:p>
        </p:txBody>
      </p:sp>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8AAD9A5A-93B8-5945-F4E3-A0BAA0247E23}"/>
                  </a:ext>
                </a:extLst>
              </p:cNvPr>
              <p:cNvSpPr txBox="1"/>
              <p:nvPr/>
            </p:nvSpPr>
            <p:spPr>
              <a:xfrm>
                <a:off x="3938222" y="4178164"/>
                <a:ext cx="3384516"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MX" sz="2000" i="1" smtClean="0">
                              <a:solidFill>
                                <a:schemeClr val="bg1"/>
                              </a:solidFill>
                              <a:latin typeface="Cambria Math" panose="02040503050406030204" pitchFamily="18" charset="0"/>
                            </a:rPr>
                          </m:ctrlPr>
                        </m:sSubPr>
                        <m:e>
                          <m:r>
                            <a:rPr lang="es-MX" sz="2000" b="0" i="1" smtClean="0">
                              <a:solidFill>
                                <a:schemeClr val="bg1"/>
                              </a:solidFill>
                              <a:latin typeface="Cambria Math" panose="02040503050406030204" pitchFamily="18" charset="0"/>
                            </a:rPr>
                            <m:t>𝐻</m:t>
                          </m:r>
                        </m:e>
                        <m:sub>
                          <m:r>
                            <a:rPr lang="es-MX" sz="2000" b="0" i="1" smtClean="0">
                              <a:solidFill>
                                <a:schemeClr val="bg1"/>
                              </a:solidFill>
                              <a:latin typeface="Cambria Math" panose="02040503050406030204" pitchFamily="18" charset="0"/>
                            </a:rPr>
                            <m:t>0</m:t>
                          </m:r>
                        </m:sub>
                      </m:sSub>
                      <m:r>
                        <a:rPr lang="es-MX" sz="2000" b="0" i="1" smtClean="0">
                          <a:solidFill>
                            <a:schemeClr val="bg1"/>
                          </a:solidFill>
                          <a:latin typeface="Cambria Math" panose="02040503050406030204" pitchFamily="18" charset="0"/>
                        </a:rPr>
                        <m:t>:</m:t>
                      </m:r>
                      <m:sSub>
                        <m:sSubPr>
                          <m:ctrlPr>
                            <a:rPr lang="es-MX" sz="2000" b="0" i="1" smtClean="0">
                              <a:solidFill>
                                <a:schemeClr val="bg1"/>
                              </a:solidFill>
                              <a:latin typeface="Cambria Math" panose="02040503050406030204" pitchFamily="18" charset="0"/>
                            </a:rPr>
                          </m:ctrlPr>
                        </m:sSubPr>
                        <m:e>
                          <m:r>
                            <a:rPr lang="es-MX" sz="2000" b="0" i="1" smtClean="0">
                              <a:solidFill>
                                <a:schemeClr val="bg1"/>
                              </a:solidFill>
                              <a:latin typeface="Cambria Math" panose="02040503050406030204" pitchFamily="18" charset="0"/>
                              <a:ea typeface="Cambria Math" panose="02040503050406030204" pitchFamily="18" charset="0"/>
                            </a:rPr>
                            <m:t>𝜇</m:t>
                          </m:r>
                        </m:e>
                        <m:sub>
                          <m:r>
                            <a:rPr lang="es-MX" sz="2000" b="0" i="1" smtClean="0">
                              <a:solidFill>
                                <a:schemeClr val="bg1"/>
                              </a:solidFill>
                              <a:latin typeface="Cambria Math" panose="02040503050406030204" pitchFamily="18" charset="0"/>
                            </a:rPr>
                            <m:t>1</m:t>
                          </m:r>
                        </m:sub>
                      </m:sSub>
                      <m:r>
                        <a:rPr lang="es-MX" sz="2000" b="0" i="1" smtClean="0">
                          <a:solidFill>
                            <a:schemeClr val="bg1"/>
                          </a:solidFill>
                          <a:latin typeface="Cambria Math" panose="02040503050406030204" pitchFamily="18" charset="0"/>
                          <a:ea typeface="Cambria Math" panose="02040503050406030204" pitchFamily="18" charset="0"/>
                        </a:rPr>
                        <m:t>=</m:t>
                      </m:r>
                      <m:sSub>
                        <m:sSubPr>
                          <m:ctrlPr>
                            <a:rPr lang="es-MX" sz="2000" b="0" i="1" smtClean="0">
                              <a:solidFill>
                                <a:schemeClr val="bg1"/>
                              </a:solidFill>
                              <a:latin typeface="Cambria Math" panose="02040503050406030204" pitchFamily="18" charset="0"/>
                            </a:rPr>
                          </m:ctrlPr>
                        </m:sSubPr>
                        <m:e>
                          <m:r>
                            <a:rPr lang="es-MX" sz="2000" b="0" i="1" smtClean="0">
                              <a:solidFill>
                                <a:schemeClr val="bg1"/>
                              </a:solidFill>
                              <a:latin typeface="Cambria Math" panose="02040503050406030204" pitchFamily="18" charset="0"/>
                              <a:ea typeface="Cambria Math" panose="02040503050406030204" pitchFamily="18" charset="0"/>
                            </a:rPr>
                            <m:t>𝜇</m:t>
                          </m:r>
                        </m:e>
                        <m:sub>
                          <m:r>
                            <a:rPr lang="es-MX" sz="2000" b="0" i="1" smtClean="0">
                              <a:solidFill>
                                <a:schemeClr val="bg1"/>
                              </a:solidFill>
                              <a:latin typeface="Cambria Math" panose="02040503050406030204" pitchFamily="18" charset="0"/>
                            </a:rPr>
                            <m:t>2</m:t>
                          </m:r>
                        </m:sub>
                      </m:sSub>
                      <m:r>
                        <a:rPr lang="es-MX" sz="2000" b="0" i="1" smtClean="0">
                          <a:solidFill>
                            <a:schemeClr val="bg1"/>
                          </a:solidFill>
                          <a:latin typeface="Cambria Math" panose="02040503050406030204" pitchFamily="18" charset="0"/>
                        </a:rPr>
                        <m:t>    </m:t>
                      </m:r>
                      <m:r>
                        <a:rPr lang="es-MX" sz="2000" b="0" i="1" smtClean="0">
                          <a:solidFill>
                            <a:schemeClr val="bg1"/>
                          </a:solidFill>
                          <a:latin typeface="Cambria Math" panose="02040503050406030204" pitchFamily="18" charset="0"/>
                        </a:rPr>
                        <m:t>𝑣𝑠</m:t>
                      </m:r>
                      <m:sSub>
                        <m:sSubPr>
                          <m:ctrlPr>
                            <a:rPr lang="es-MX" sz="2000" i="1">
                              <a:solidFill>
                                <a:schemeClr val="bg1"/>
                              </a:solidFill>
                              <a:latin typeface="Cambria Math" panose="02040503050406030204" pitchFamily="18" charset="0"/>
                            </a:rPr>
                          </m:ctrlPr>
                        </m:sSubPr>
                        <m:e>
                          <m:r>
                            <a:rPr lang="es-MX" sz="2000" b="0" i="1" smtClean="0">
                              <a:solidFill>
                                <a:schemeClr val="bg1"/>
                              </a:solidFill>
                              <a:latin typeface="Cambria Math" panose="02040503050406030204" pitchFamily="18" charset="0"/>
                            </a:rPr>
                            <m:t>      </m:t>
                          </m:r>
                          <m:r>
                            <a:rPr lang="es-MX" sz="2000" b="0" i="1" smtClean="0">
                              <a:solidFill>
                                <a:schemeClr val="bg1"/>
                              </a:solidFill>
                              <a:latin typeface="Cambria Math" panose="02040503050406030204" pitchFamily="18" charset="0"/>
                            </a:rPr>
                            <m:t>𝐻</m:t>
                          </m:r>
                        </m:e>
                        <m:sub>
                          <m:r>
                            <a:rPr lang="es-MX" sz="2000" b="0" i="1" smtClean="0">
                              <a:solidFill>
                                <a:schemeClr val="bg1"/>
                              </a:solidFill>
                              <a:latin typeface="Cambria Math" panose="02040503050406030204" pitchFamily="18" charset="0"/>
                            </a:rPr>
                            <m:t>1</m:t>
                          </m:r>
                        </m:sub>
                      </m:sSub>
                      <m:r>
                        <a:rPr lang="es-MX" sz="2000" i="1">
                          <a:solidFill>
                            <a:schemeClr val="bg1"/>
                          </a:solidFill>
                          <a:latin typeface="Cambria Math" panose="02040503050406030204" pitchFamily="18" charset="0"/>
                        </a:rPr>
                        <m:t>:</m:t>
                      </m:r>
                      <m:sSub>
                        <m:sSubPr>
                          <m:ctrlPr>
                            <a:rPr lang="es-MX" sz="2000" i="1">
                              <a:solidFill>
                                <a:schemeClr val="bg1"/>
                              </a:solidFill>
                              <a:latin typeface="Cambria Math" panose="02040503050406030204" pitchFamily="18" charset="0"/>
                            </a:rPr>
                          </m:ctrlPr>
                        </m:sSubPr>
                        <m:e>
                          <m:r>
                            <a:rPr lang="es-MX" sz="2000" i="1">
                              <a:solidFill>
                                <a:schemeClr val="bg1"/>
                              </a:solidFill>
                              <a:latin typeface="Cambria Math" panose="02040503050406030204" pitchFamily="18" charset="0"/>
                              <a:ea typeface="Cambria Math" panose="02040503050406030204" pitchFamily="18" charset="0"/>
                            </a:rPr>
                            <m:t>𝜇</m:t>
                          </m:r>
                        </m:e>
                        <m:sub>
                          <m:r>
                            <a:rPr lang="es-MX" sz="2000" i="1">
                              <a:solidFill>
                                <a:schemeClr val="bg1"/>
                              </a:solidFill>
                              <a:latin typeface="Cambria Math" panose="02040503050406030204" pitchFamily="18" charset="0"/>
                            </a:rPr>
                            <m:t>1</m:t>
                          </m:r>
                        </m:sub>
                      </m:sSub>
                      <m:r>
                        <a:rPr lang="es-MX" sz="2000" i="1" smtClean="0">
                          <a:solidFill>
                            <a:schemeClr val="bg1"/>
                          </a:solidFill>
                          <a:latin typeface="Cambria Math" panose="02040503050406030204" pitchFamily="18" charset="0"/>
                          <a:ea typeface="Cambria Math" panose="02040503050406030204" pitchFamily="18" charset="0"/>
                        </a:rPr>
                        <m:t>≠</m:t>
                      </m:r>
                      <m:sSub>
                        <m:sSubPr>
                          <m:ctrlPr>
                            <a:rPr lang="es-MX" sz="2000" i="1">
                              <a:solidFill>
                                <a:schemeClr val="bg1"/>
                              </a:solidFill>
                              <a:latin typeface="Cambria Math" panose="02040503050406030204" pitchFamily="18" charset="0"/>
                            </a:rPr>
                          </m:ctrlPr>
                        </m:sSubPr>
                        <m:e>
                          <m:r>
                            <a:rPr lang="es-MX" sz="2000" i="1">
                              <a:solidFill>
                                <a:schemeClr val="bg1"/>
                              </a:solidFill>
                              <a:latin typeface="Cambria Math" panose="02040503050406030204" pitchFamily="18" charset="0"/>
                              <a:ea typeface="Cambria Math" panose="02040503050406030204" pitchFamily="18" charset="0"/>
                            </a:rPr>
                            <m:t>𝜇</m:t>
                          </m:r>
                        </m:e>
                        <m:sub>
                          <m:r>
                            <a:rPr lang="es-MX" sz="2000" i="1">
                              <a:solidFill>
                                <a:schemeClr val="bg1"/>
                              </a:solidFill>
                              <a:latin typeface="Cambria Math" panose="02040503050406030204" pitchFamily="18" charset="0"/>
                            </a:rPr>
                            <m:t>2</m:t>
                          </m:r>
                        </m:sub>
                      </m:sSub>
                    </m:oMath>
                  </m:oMathPara>
                </a14:m>
                <a:endParaRPr lang="es-MX" sz="2000" dirty="0">
                  <a:solidFill>
                    <a:schemeClr val="bg1"/>
                  </a:solidFill>
                </a:endParaRPr>
              </a:p>
            </p:txBody>
          </p:sp>
        </mc:Choice>
        <mc:Fallback xmlns="">
          <p:sp>
            <p:nvSpPr>
              <p:cNvPr id="6" name="CuadroTexto 5">
                <a:extLst>
                  <a:ext uri="{FF2B5EF4-FFF2-40B4-BE49-F238E27FC236}">
                    <a16:creationId xmlns:a16="http://schemas.microsoft.com/office/drawing/2014/main" id="{8AAD9A5A-93B8-5945-F4E3-A0BAA0247E23}"/>
                  </a:ext>
                </a:extLst>
              </p:cNvPr>
              <p:cNvSpPr txBox="1">
                <a:spLocks noRot="1" noChangeAspect="1" noMove="1" noResize="1" noEditPoints="1" noAdjustHandles="1" noChangeArrowheads="1" noChangeShapeType="1" noTextEdit="1"/>
              </p:cNvSpPr>
              <p:nvPr/>
            </p:nvSpPr>
            <p:spPr>
              <a:xfrm>
                <a:off x="3938222" y="4178164"/>
                <a:ext cx="3384516" cy="307777"/>
              </a:xfrm>
              <a:prstGeom prst="rect">
                <a:avLst/>
              </a:prstGeom>
              <a:blipFill>
                <a:blip r:embed="rId3"/>
                <a:stretch>
                  <a:fillRect l="-1081" r="-360" b="-23529"/>
                </a:stretch>
              </a:blipFill>
            </p:spPr>
            <p:txBody>
              <a:bodyPr/>
              <a:lstStyle/>
              <a:p>
                <a:r>
                  <a:rPr lang="es-MX">
                    <a:noFill/>
                  </a:rPr>
                  <a:t> </a:t>
                </a:r>
              </a:p>
            </p:txBody>
          </p:sp>
        </mc:Fallback>
      </mc:AlternateContent>
    </p:spTree>
    <p:extLst>
      <p:ext uri="{BB962C8B-B14F-4D97-AF65-F5344CB8AC3E}">
        <p14:creationId xmlns:p14="http://schemas.microsoft.com/office/powerpoint/2010/main" val="1241354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297D57-EF86-C97B-937D-6F9F074C4A9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5F2BA4F-FCAD-488D-8EDE-34917D50299F}"/>
              </a:ext>
            </a:extLst>
          </p:cNvPr>
          <p:cNvSpPr>
            <a:spLocks noGrp="1"/>
          </p:cNvSpPr>
          <p:nvPr>
            <p:ph type="title"/>
          </p:nvPr>
        </p:nvSpPr>
        <p:spPr>
          <a:xfrm>
            <a:off x="964022" y="879063"/>
            <a:ext cx="8276908" cy="610863"/>
          </a:xfrm>
        </p:spPr>
        <p:txBody>
          <a:bodyPr rtlCol="0">
            <a:noAutofit/>
          </a:bodyPr>
          <a:lstStyle/>
          <a:p>
            <a:pPr algn="just" rtl="0"/>
            <a:r>
              <a:rPr lang="es-ES" sz="2600" dirty="0">
                <a:latin typeface="Times New Roman" panose="02020603050405020304" pitchFamily="18" charset="0"/>
                <a:cs typeface="Times New Roman" panose="02020603050405020304" pitchFamily="18" charset="0"/>
              </a:rPr>
              <a:t>Prueba de hipótesis para dos medias.</a:t>
            </a:r>
          </a:p>
        </p:txBody>
      </p:sp>
      <p:sp>
        <p:nvSpPr>
          <p:cNvPr id="5" name="CuadroTexto 4">
            <a:extLst>
              <a:ext uri="{FF2B5EF4-FFF2-40B4-BE49-F238E27FC236}">
                <a16:creationId xmlns:a16="http://schemas.microsoft.com/office/drawing/2014/main" id="{E4F213C8-0F7D-391B-7D29-F84E42BE0095}"/>
              </a:ext>
            </a:extLst>
          </p:cNvPr>
          <p:cNvSpPr txBox="1"/>
          <p:nvPr/>
        </p:nvSpPr>
        <p:spPr>
          <a:xfrm>
            <a:off x="964022" y="2353304"/>
            <a:ext cx="5245709" cy="368755"/>
          </a:xfrm>
          <a:prstGeom prst="rect">
            <a:avLst/>
          </a:prstGeom>
          <a:noFill/>
          <a:ln>
            <a:solidFill>
              <a:schemeClr val="tx1">
                <a:lumMod val="85000"/>
              </a:schemeClr>
            </a:solidFill>
          </a:ln>
        </p:spPr>
        <p:txBody>
          <a:bodyPr wrap="square" rtlCol="0">
            <a:spAutoFit/>
          </a:bodyPr>
          <a:lstStyle/>
          <a:p>
            <a:pPr algn="just">
              <a:lnSpc>
                <a:spcPct val="107000"/>
              </a:lnSpc>
              <a:spcAft>
                <a:spcPts val="800"/>
              </a:spcAft>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Los requisitos que se deben cumplir son los siguientes:</a:t>
            </a:r>
            <a:endParaRPr lang="es-MX" dirty="0">
              <a:solidFill>
                <a:schemeClr val="bg1"/>
              </a:solidFill>
              <a:latin typeface="Times New Roman" panose="02020603050405020304" pitchFamily="18" charset="0"/>
              <a:cs typeface="Times New Roman" panose="02020603050405020304" pitchFamily="18" charset="0"/>
            </a:endParaRPr>
          </a:p>
        </p:txBody>
      </p:sp>
      <p:sp>
        <p:nvSpPr>
          <p:cNvPr id="7" name="CuadroTexto 6">
            <a:extLst>
              <a:ext uri="{FF2B5EF4-FFF2-40B4-BE49-F238E27FC236}">
                <a16:creationId xmlns:a16="http://schemas.microsoft.com/office/drawing/2014/main" id="{762EAC0B-BD97-6296-ADC8-49D3E32EBBE8}"/>
              </a:ext>
            </a:extLst>
          </p:cNvPr>
          <p:cNvSpPr txBox="1"/>
          <p:nvPr/>
        </p:nvSpPr>
        <p:spPr>
          <a:xfrm>
            <a:off x="6436773" y="2353304"/>
            <a:ext cx="4590618" cy="665118"/>
          </a:xfrm>
          <a:prstGeom prst="rect">
            <a:avLst/>
          </a:prstGeom>
          <a:noFill/>
          <a:ln>
            <a:solidFill>
              <a:schemeClr val="tx1">
                <a:lumMod val="85000"/>
              </a:schemeClr>
            </a:solidFill>
          </a:ln>
        </p:spPr>
        <p:txBody>
          <a:bodyPr wrap="square" rtlCol="0">
            <a:spAutoFit/>
          </a:bodyPr>
          <a:lstStyle/>
          <a:p>
            <a:pPr algn="just">
              <a:lnSpc>
                <a:spcPct val="107000"/>
              </a:lnSpc>
              <a:spcAft>
                <a:spcPts val="800"/>
              </a:spcAft>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Si además de los requisitos anteriores se cumple que:  </a:t>
            </a:r>
            <a:endParaRPr lang="es-MX" dirty="0">
              <a:solidFill>
                <a:schemeClr val="bg1"/>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45BE7961-00C7-4F58-A7DE-C24FE1487214}"/>
                  </a:ext>
                </a:extLst>
              </p:cNvPr>
              <p:cNvSpPr txBox="1"/>
              <p:nvPr/>
            </p:nvSpPr>
            <p:spPr>
              <a:xfrm>
                <a:off x="964022" y="2940608"/>
                <a:ext cx="5245709" cy="2557110"/>
              </a:xfrm>
              <a:prstGeom prst="rect">
                <a:avLst/>
              </a:prstGeom>
              <a:noFill/>
              <a:ln>
                <a:solidFill>
                  <a:schemeClr val="tx1">
                    <a:lumMod val="85000"/>
                  </a:schemeClr>
                </a:solidFill>
              </a:ln>
            </p:spPr>
            <p:txBody>
              <a:bodyPr wrap="square" rtlCol="0">
                <a:spAutoFit/>
              </a:bodyPr>
              <a:lstStyle/>
              <a:p>
                <a:pPr marL="342900" indent="-342900" algn="just">
                  <a:lnSpc>
                    <a:spcPct val="107000"/>
                  </a:lnSpc>
                  <a:spcAft>
                    <a:spcPts val="800"/>
                  </a:spcAft>
                  <a:buAutoNum type="arabicPeriod"/>
                </a:pPr>
                <a:r>
                  <a:rPr lang="es-MX" dirty="0">
                    <a:solidFill>
                      <a:schemeClr val="bg1"/>
                    </a:solidFill>
                    <a:latin typeface="Times New Roman" panose="02020603050405020304" pitchFamily="18" charset="0"/>
                    <a:cs typeface="Times New Roman" panose="02020603050405020304" pitchFamily="18" charset="0"/>
                  </a:rPr>
                  <a:t>Las muestras son independientes.</a:t>
                </a:r>
              </a:p>
              <a:p>
                <a:pPr marL="342900" indent="-342900" algn="just">
                  <a:lnSpc>
                    <a:spcPct val="107000"/>
                  </a:lnSpc>
                  <a:spcAft>
                    <a:spcPts val="800"/>
                  </a:spcAft>
                  <a:buAutoNum type="arabicPeriod"/>
                </a:pPr>
                <a:r>
                  <a:rPr lang="es-MX" dirty="0">
                    <a:solidFill>
                      <a:schemeClr val="bg1"/>
                    </a:solidFill>
                    <a:latin typeface="Times New Roman" panose="02020603050405020304" pitchFamily="18" charset="0"/>
                    <a:cs typeface="Times New Roman" panose="02020603050405020304" pitchFamily="18" charset="0"/>
                  </a:rPr>
                  <a:t>Ambas muestras se obtuvieron a través de un muestreo aleatorio.</a:t>
                </a:r>
              </a:p>
              <a:p>
                <a:pPr marL="342900" indent="-342900" algn="just">
                  <a:lnSpc>
                    <a:spcPct val="107000"/>
                  </a:lnSpc>
                  <a:spcAft>
                    <a:spcPts val="800"/>
                  </a:spcAft>
                  <a:buAutoNum type="arabicPeriod"/>
                </a:pPr>
                <a:r>
                  <a:rPr lang="es-MX" dirty="0">
                    <a:solidFill>
                      <a:schemeClr val="bg1"/>
                    </a:solidFill>
                    <a:latin typeface="Times New Roman" panose="02020603050405020304" pitchFamily="18" charset="0"/>
                    <a:cs typeface="Times New Roman" panose="02020603050405020304" pitchFamily="18" charset="0"/>
                  </a:rPr>
                  <a:t>Una o ambas condiciones se cumple:</a:t>
                </a:r>
              </a:p>
              <a:p>
                <a:pPr marL="800100" lvl="1" indent="-342900" algn="just">
                  <a:lnSpc>
                    <a:spcPct val="107000"/>
                  </a:lnSpc>
                  <a:spcAft>
                    <a:spcPts val="800"/>
                  </a:spcAft>
                  <a:buFont typeface="+mj-lt"/>
                  <a:buAutoNum type="alphaLcPeriod"/>
                </a:pPr>
                <a:r>
                  <a:rPr lang="es-MX" dirty="0">
                    <a:solidFill>
                      <a:schemeClr val="bg1"/>
                    </a:solidFill>
                    <a:latin typeface="Times New Roman" panose="02020603050405020304" pitchFamily="18" charset="0"/>
                    <a:cs typeface="Times New Roman" panose="02020603050405020304" pitchFamily="18" charset="0"/>
                  </a:rPr>
                  <a:t>Ambas poblaciones siguen una distribución normal.</a:t>
                </a:r>
              </a:p>
              <a:p>
                <a:pPr marL="800100" lvl="1" indent="-342900" algn="just">
                  <a:lnSpc>
                    <a:spcPct val="107000"/>
                  </a:lnSpc>
                  <a:spcAft>
                    <a:spcPts val="800"/>
                  </a:spcAft>
                  <a:buFont typeface="+mj-lt"/>
                  <a:buAutoNum type="alphaLcPeriod"/>
                </a:pPr>
                <a14:m>
                  <m:oMath xmlns:m="http://schemas.openxmlformats.org/officeDocument/2006/math">
                    <m:sSub>
                      <m:sSubPr>
                        <m:ctrlPr>
                          <a:rPr lang="es-MX" i="1" smtClean="0">
                            <a:solidFill>
                              <a:schemeClr val="bg1"/>
                            </a:solidFill>
                            <a:latin typeface="Cambria Math" panose="02040503050406030204" pitchFamily="18" charset="0"/>
                          </a:rPr>
                        </m:ctrlPr>
                      </m:sSubPr>
                      <m:e>
                        <m:r>
                          <m:rPr>
                            <m:sty m:val="p"/>
                          </m:rPr>
                          <a:rPr lang="es-MX" i="0">
                            <a:solidFill>
                              <a:schemeClr val="bg1"/>
                            </a:solidFill>
                            <a:latin typeface="Cambria Math" panose="02040503050406030204" pitchFamily="18" charset="0"/>
                          </a:rPr>
                          <m:t>n</m:t>
                        </m:r>
                      </m:e>
                      <m:sub>
                        <m:r>
                          <a:rPr lang="es-MX" i="0">
                            <a:solidFill>
                              <a:schemeClr val="bg1"/>
                            </a:solidFill>
                            <a:latin typeface="Cambria Math" panose="02040503050406030204" pitchFamily="18" charset="0"/>
                          </a:rPr>
                          <m:t>1</m:t>
                        </m:r>
                      </m:sub>
                    </m:sSub>
                    <m:r>
                      <a:rPr lang="es-MX" i="0">
                        <a:solidFill>
                          <a:schemeClr val="bg1"/>
                        </a:solidFill>
                        <a:latin typeface="Cambria Math" panose="02040503050406030204" pitchFamily="18" charset="0"/>
                      </a:rPr>
                      <m:t>&gt;30</m:t>
                    </m:r>
                  </m:oMath>
                </a14:m>
                <a:r>
                  <a:rPr lang="es-MX" dirty="0">
                    <a:solidFill>
                      <a:schemeClr val="bg1"/>
                    </a:solidFill>
                    <a:latin typeface="Times New Roman" panose="02020603050405020304" pitchFamily="18" charset="0"/>
                    <a:cs typeface="Times New Roman" panose="02020603050405020304" pitchFamily="18" charset="0"/>
                  </a:rPr>
                  <a:t> y </a:t>
                </a:r>
                <a14:m>
                  <m:oMath xmlns:m="http://schemas.openxmlformats.org/officeDocument/2006/math">
                    <m:sSub>
                      <m:sSubPr>
                        <m:ctrlPr>
                          <a:rPr lang="es-MX" i="1">
                            <a:solidFill>
                              <a:schemeClr val="bg1"/>
                            </a:solidFill>
                            <a:latin typeface="Cambria Math" panose="02040503050406030204" pitchFamily="18" charset="0"/>
                          </a:rPr>
                        </m:ctrlPr>
                      </m:sSubPr>
                      <m:e>
                        <m:r>
                          <m:rPr>
                            <m:sty m:val="p"/>
                          </m:rPr>
                          <a:rPr lang="es-MX" i="0">
                            <a:solidFill>
                              <a:schemeClr val="bg1"/>
                            </a:solidFill>
                            <a:latin typeface="Cambria Math" panose="02040503050406030204" pitchFamily="18" charset="0"/>
                          </a:rPr>
                          <m:t>n</m:t>
                        </m:r>
                      </m:e>
                      <m:sub>
                        <m:r>
                          <a:rPr lang="es-MX" i="0">
                            <a:solidFill>
                              <a:schemeClr val="bg1"/>
                            </a:solidFill>
                            <a:latin typeface="Cambria Math" panose="02040503050406030204" pitchFamily="18" charset="0"/>
                          </a:rPr>
                          <m:t>2</m:t>
                        </m:r>
                      </m:sub>
                    </m:sSub>
                    <m:r>
                      <a:rPr lang="es-MX" i="0">
                        <a:solidFill>
                          <a:schemeClr val="bg1"/>
                        </a:solidFill>
                        <a:latin typeface="Cambria Math" panose="02040503050406030204" pitchFamily="18" charset="0"/>
                      </a:rPr>
                      <m:t>&gt;30</m:t>
                    </m:r>
                  </m:oMath>
                </a14:m>
                <a:endParaRPr lang="es-MX" dirty="0">
                  <a:solidFill>
                    <a:schemeClr val="bg1"/>
                  </a:solidFill>
                </a:endParaRPr>
              </a:p>
            </p:txBody>
          </p:sp>
        </mc:Choice>
        <mc:Fallback xmlns="">
          <p:sp>
            <p:nvSpPr>
              <p:cNvPr id="11" name="CuadroTexto 10">
                <a:extLst>
                  <a:ext uri="{FF2B5EF4-FFF2-40B4-BE49-F238E27FC236}">
                    <a16:creationId xmlns:a16="http://schemas.microsoft.com/office/drawing/2014/main" id="{45BE7961-00C7-4F58-A7DE-C24FE1487214}"/>
                  </a:ext>
                </a:extLst>
              </p:cNvPr>
              <p:cNvSpPr txBox="1">
                <a:spLocks noRot="1" noChangeAspect="1" noMove="1" noResize="1" noEditPoints="1" noAdjustHandles="1" noChangeArrowheads="1" noChangeShapeType="1" noTextEdit="1"/>
              </p:cNvSpPr>
              <p:nvPr/>
            </p:nvSpPr>
            <p:spPr>
              <a:xfrm>
                <a:off x="964022" y="2940608"/>
                <a:ext cx="5245709" cy="2557110"/>
              </a:xfrm>
              <a:prstGeom prst="rect">
                <a:avLst/>
              </a:prstGeom>
              <a:blipFill>
                <a:blip r:embed="rId3"/>
                <a:stretch>
                  <a:fillRect l="-579" t="-948" r="-811" b="-2607"/>
                </a:stretch>
              </a:blipFill>
              <a:ln>
                <a:solidFill>
                  <a:schemeClr val="tx1">
                    <a:lumMod val="85000"/>
                  </a:schemeClr>
                </a:solidFill>
              </a:ln>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B404D1C8-7889-345E-8B9F-DB98E58EC068}"/>
                  </a:ext>
                </a:extLst>
              </p:cNvPr>
              <p:cNvSpPr txBox="1"/>
              <p:nvPr/>
            </p:nvSpPr>
            <p:spPr>
              <a:xfrm>
                <a:off x="6436773" y="3216682"/>
                <a:ext cx="4590618" cy="2648482"/>
              </a:xfrm>
              <a:prstGeom prst="rect">
                <a:avLst/>
              </a:prstGeom>
              <a:noFill/>
              <a:ln>
                <a:solidFill>
                  <a:schemeClr val="tx1">
                    <a:lumMod val="85000"/>
                  </a:schemeClr>
                </a:solidFill>
              </a:ln>
            </p:spPr>
            <p:txBody>
              <a:bodyPr wrap="square" rtlCol="0">
                <a:spAutoFit/>
              </a:bodyPr>
              <a:lstStyle/>
              <a:p>
                <a:pPr marL="342900" indent="-342900" algn="just">
                  <a:lnSpc>
                    <a:spcPct val="107000"/>
                  </a:lnSpc>
                  <a:spcAft>
                    <a:spcPts val="800"/>
                  </a:spcAft>
                  <a:buAutoNum type="arabicPeriod"/>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En ambas poblaciones se conocen </a:t>
                </a:r>
                <a14:m>
                  <m:oMath xmlns:m="http://schemas.openxmlformats.org/officeDocument/2006/math">
                    <m:sSub>
                      <m:sSubPr>
                        <m:ctrlPr>
                          <a:rPr lang="es-MX" i="1" smtClean="0">
                            <a:solidFill>
                              <a:schemeClr val="bg1"/>
                            </a:solidFill>
                            <a:latin typeface="Cambria Math" panose="02040503050406030204" pitchFamily="18" charset="0"/>
                            <a:cs typeface="Times New Roman" panose="02020603050405020304" pitchFamily="18" charset="0"/>
                          </a:rPr>
                        </m:ctrlPr>
                      </m:sSubPr>
                      <m:e>
                        <m:r>
                          <a:rPr lang="es-MX"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𝜎</m:t>
                        </m:r>
                      </m:e>
                      <m:sub>
                        <m:r>
                          <a:rPr lang="es-MX" b="0" i="1" smtClean="0">
                            <a:solidFill>
                              <a:schemeClr val="bg1"/>
                            </a:solidFill>
                            <a:latin typeface="Cambria Math" panose="02040503050406030204" pitchFamily="18" charset="0"/>
                            <a:cs typeface="Times New Roman" panose="02020603050405020304" pitchFamily="18" charset="0"/>
                          </a:rPr>
                          <m:t>1</m:t>
                        </m:r>
                      </m:sub>
                    </m:sSub>
                  </m:oMath>
                </a14:m>
                <a:r>
                  <a:rPr lang="es-MX" dirty="0">
                    <a:solidFill>
                      <a:schemeClr val="bg1"/>
                    </a:solidFill>
                    <a:latin typeface="Times New Roman" panose="02020603050405020304" pitchFamily="18" charset="0"/>
                    <a:cs typeface="Times New Roman" panose="02020603050405020304" pitchFamily="18" charset="0"/>
                  </a:rPr>
                  <a:t> y </a:t>
                </a:r>
                <a14:m>
                  <m:oMath xmlns:m="http://schemas.openxmlformats.org/officeDocument/2006/math">
                    <m:sSub>
                      <m:sSubPr>
                        <m:ctrlPr>
                          <a:rPr lang="es-MX" i="1">
                            <a:solidFill>
                              <a:schemeClr val="bg1"/>
                            </a:solidFill>
                            <a:latin typeface="Cambria Math" panose="02040503050406030204" pitchFamily="18" charset="0"/>
                            <a:cs typeface="Times New Roman" panose="02020603050405020304" pitchFamily="18" charset="0"/>
                          </a:rPr>
                        </m:ctrlPr>
                      </m:sSubPr>
                      <m:e>
                        <m:r>
                          <a:rPr lang="es-MX" i="1">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𝜎</m:t>
                        </m:r>
                      </m:e>
                      <m:sub>
                        <m:r>
                          <a:rPr lang="es-MX" b="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2</m:t>
                        </m:r>
                      </m:sub>
                    </m:sSub>
                  </m:oMath>
                </a14:m>
                <a:r>
                  <a:rPr lang="es-MX" dirty="0">
                    <a:solidFill>
                      <a:schemeClr val="bg1"/>
                    </a:solidFill>
                    <a:latin typeface="Times New Roman" panose="02020603050405020304" pitchFamily="18" charset="0"/>
                    <a:cs typeface="Times New Roman" panose="02020603050405020304" pitchFamily="18" charset="0"/>
                  </a:rPr>
                  <a:t> se trabajará con la distribución Normal.</a:t>
                </a:r>
              </a:p>
              <a:p>
                <a:pPr marL="342900" indent="-342900" algn="just">
                  <a:lnSpc>
                    <a:spcPct val="107000"/>
                  </a:lnSpc>
                  <a:spcAft>
                    <a:spcPts val="800"/>
                  </a:spcAft>
                  <a:buFontTx/>
                  <a:buAutoNum type="arabicPeriod"/>
                </a:pPr>
                <a:r>
                  <a:rPr lang="es-MX" dirty="0">
                    <a:solidFill>
                      <a:schemeClr val="bg1"/>
                    </a:solidFill>
                    <a:latin typeface="Times New Roman" panose="02020603050405020304" pitchFamily="18" charset="0"/>
                    <a:cs typeface="Times New Roman" panose="02020603050405020304" pitchFamily="18" charset="0"/>
                  </a:rPr>
                  <a:t> </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En ambas poblaciones no se conocen </a:t>
                </a:r>
                <a14:m>
                  <m:oMath xmlns:m="http://schemas.openxmlformats.org/officeDocument/2006/math">
                    <m:sSub>
                      <m:sSubPr>
                        <m:ctrlPr>
                          <a:rPr lang="es-MX" i="1">
                            <a:solidFill>
                              <a:schemeClr val="bg1"/>
                            </a:solidFill>
                            <a:latin typeface="Cambria Math" panose="02040503050406030204" pitchFamily="18" charset="0"/>
                            <a:cs typeface="Times New Roman" panose="02020603050405020304" pitchFamily="18" charset="0"/>
                          </a:rPr>
                        </m:ctrlPr>
                      </m:sSubPr>
                      <m:e>
                        <m:r>
                          <a:rPr lang="es-MX" i="1">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𝜎</m:t>
                        </m:r>
                      </m:e>
                      <m:sub>
                        <m:r>
                          <a:rPr lang="es-MX" i="1">
                            <a:solidFill>
                              <a:schemeClr val="bg1"/>
                            </a:solidFill>
                            <a:latin typeface="Cambria Math" panose="02040503050406030204" pitchFamily="18" charset="0"/>
                            <a:cs typeface="Times New Roman" panose="02020603050405020304" pitchFamily="18" charset="0"/>
                          </a:rPr>
                          <m:t>1</m:t>
                        </m:r>
                      </m:sub>
                    </m:sSub>
                  </m:oMath>
                </a14:m>
                <a:r>
                  <a:rPr lang="es-MX" dirty="0">
                    <a:solidFill>
                      <a:schemeClr val="bg1"/>
                    </a:solidFill>
                    <a:latin typeface="Times New Roman" panose="02020603050405020304" pitchFamily="18" charset="0"/>
                    <a:cs typeface="Times New Roman" panose="02020603050405020304" pitchFamily="18" charset="0"/>
                  </a:rPr>
                  <a:t> y/o </a:t>
                </a:r>
                <a14:m>
                  <m:oMath xmlns:m="http://schemas.openxmlformats.org/officeDocument/2006/math">
                    <m:sSub>
                      <m:sSubPr>
                        <m:ctrlPr>
                          <a:rPr lang="es-MX" i="1">
                            <a:solidFill>
                              <a:schemeClr val="bg1"/>
                            </a:solidFill>
                            <a:latin typeface="Cambria Math" panose="02040503050406030204" pitchFamily="18" charset="0"/>
                            <a:cs typeface="Times New Roman" panose="02020603050405020304" pitchFamily="18" charset="0"/>
                          </a:rPr>
                        </m:ctrlPr>
                      </m:sSubPr>
                      <m:e>
                        <m:r>
                          <a:rPr lang="es-MX" i="1">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𝜎</m:t>
                        </m:r>
                      </m:e>
                      <m:sub>
                        <m:r>
                          <a:rPr lang="es-MX" i="1">
                            <a:solidFill>
                              <a:schemeClr val="bg1"/>
                            </a:solidFill>
                            <a:latin typeface="Cambria Math" panose="02040503050406030204" pitchFamily="18" charset="0"/>
                            <a:ea typeface="Cambria Math" panose="02040503050406030204" pitchFamily="18" charset="0"/>
                            <a:cs typeface="Times New Roman" panose="02020603050405020304" pitchFamily="18" charset="0"/>
                          </a:rPr>
                          <m:t>2</m:t>
                        </m:r>
                      </m:sub>
                    </m:sSub>
                  </m:oMath>
                </a14:m>
                <a:r>
                  <a:rPr lang="es-MX" dirty="0">
                    <a:solidFill>
                      <a:schemeClr val="bg1"/>
                    </a:solidFill>
                    <a:latin typeface="Times New Roman" panose="02020603050405020304" pitchFamily="18" charset="0"/>
                    <a:cs typeface="Times New Roman" panose="02020603050405020304" pitchFamily="18" charset="0"/>
                  </a:rPr>
                  <a:t> se trabajará con la distribución t-</a:t>
                </a:r>
                <a:r>
                  <a:rPr lang="es-MX" dirty="0" err="1">
                    <a:solidFill>
                      <a:schemeClr val="bg1"/>
                    </a:solidFill>
                    <a:latin typeface="Times New Roman" panose="02020603050405020304" pitchFamily="18" charset="0"/>
                    <a:cs typeface="Times New Roman" panose="02020603050405020304" pitchFamily="18" charset="0"/>
                  </a:rPr>
                  <a:t>Student</a:t>
                </a:r>
                <a:r>
                  <a:rPr lang="es-MX" dirty="0">
                    <a:solidFill>
                      <a:schemeClr val="bg1"/>
                    </a:solidFill>
                    <a:latin typeface="Times New Roman" panose="02020603050405020304" pitchFamily="18" charset="0"/>
                    <a:cs typeface="Times New Roman" panose="02020603050405020304" pitchFamily="18" charset="0"/>
                  </a:rPr>
                  <a:t>.</a:t>
                </a:r>
              </a:p>
              <a:p>
                <a:pPr marL="800100" lvl="1" indent="-342900" algn="just">
                  <a:lnSpc>
                    <a:spcPct val="107000"/>
                  </a:lnSpc>
                  <a:spcAft>
                    <a:spcPts val="800"/>
                  </a:spcAft>
                  <a:buFont typeface="Arial" panose="020B0604020202020204" pitchFamily="34" charset="0"/>
                  <a:buChar char="•"/>
                </a:pPr>
                <a:r>
                  <a:rPr lang="es-MX" dirty="0">
                    <a:solidFill>
                      <a:schemeClr val="bg1"/>
                    </a:solidFill>
                    <a:latin typeface="Times New Roman" panose="02020603050405020304" pitchFamily="18" charset="0"/>
                    <a:cs typeface="Times New Roman" panose="02020603050405020304" pitchFamily="18" charset="0"/>
                  </a:rPr>
                  <a:t>Para este último caso, se deberá realizar una prueba de igualdad de varianzas.</a:t>
                </a:r>
              </a:p>
            </p:txBody>
          </p:sp>
        </mc:Choice>
        <mc:Fallback xmlns="">
          <p:sp>
            <p:nvSpPr>
              <p:cNvPr id="12" name="CuadroTexto 11">
                <a:extLst>
                  <a:ext uri="{FF2B5EF4-FFF2-40B4-BE49-F238E27FC236}">
                    <a16:creationId xmlns:a16="http://schemas.microsoft.com/office/drawing/2014/main" id="{B404D1C8-7889-345E-8B9F-DB98E58EC068}"/>
                  </a:ext>
                </a:extLst>
              </p:cNvPr>
              <p:cNvSpPr txBox="1">
                <a:spLocks noRot="1" noChangeAspect="1" noMove="1" noResize="1" noEditPoints="1" noAdjustHandles="1" noChangeArrowheads="1" noChangeShapeType="1" noTextEdit="1"/>
              </p:cNvSpPr>
              <p:nvPr/>
            </p:nvSpPr>
            <p:spPr>
              <a:xfrm>
                <a:off x="6436773" y="3216682"/>
                <a:ext cx="4590618" cy="2648482"/>
              </a:xfrm>
              <a:prstGeom prst="rect">
                <a:avLst/>
              </a:prstGeom>
              <a:blipFill>
                <a:blip r:embed="rId4"/>
                <a:stretch>
                  <a:fillRect l="-795" t="-1147" r="-927" b="-2523"/>
                </a:stretch>
              </a:blipFill>
              <a:ln>
                <a:solidFill>
                  <a:schemeClr val="tx1">
                    <a:lumMod val="85000"/>
                  </a:schemeClr>
                </a:solidFill>
              </a:ln>
            </p:spPr>
            <p:txBody>
              <a:bodyPr/>
              <a:lstStyle/>
              <a:p>
                <a:r>
                  <a:rPr lang="es-MX">
                    <a:noFill/>
                  </a:rPr>
                  <a:t> </a:t>
                </a:r>
              </a:p>
            </p:txBody>
          </p:sp>
        </mc:Fallback>
      </mc:AlternateContent>
    </p:spTree>
    <p:extLst>
      <p:ext uri="{BB962C8B-B14F-4D97-AF65-F5344CB8AC3E}">
        <p14:creationId xmlns:p14="http://schemas.microsoft.com/office/powerpoint/2010/main" val="2671852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1000"/>
                                        <p:tgtEl>
                                          <p:spTgt spid="11"/>
                                        </p:tgtEl>
                                      </p:cBhvr>
                                    </p:animEffect>
                                    <p:anim calcmode="lin" valueType="num">
                                      <p:cBhvr>
                                        <p:cTn id="22" dur="1000" fill="hold"/>
                                        <p:tgtEl>
                                          <p:spTgt spid="11"/>
                                        </p:tgtEl>
                                        <p:attrNameLst>
                                          <p:attrName>ppt_x</p:attrName>
                                        </p:attrNameLst>
                                      </p:cBhvr>
                                      <p:tavLst>
                                        <p:tav tm="0">
                                          <p:val>
                                            <p:strVal val="#ppt_x"/>
                                          </p:val>
                                        </p:tav>
                                        <p:tav tm="100000">
                                          <p:val>
                                            <p:strVal val="#ppt_x"/>
                                          </p:val>
                                        </p:tav>
                                      </p:tavLst>
                                    </p:anim>
                                    <p:anim calcmode="lin" valueType="num">
                                      <p:cBhvr>
                                        <p:cTn id="23"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1000"/>
                                        <p:tgtEl>
                                          <p:spTgt spid="12"/>
                                        </p:tgtEl>
                                      </p:cBhvr>
                                    </p:animEffect>
                                    <p:anim calcmode="lin" valueType="num">
                                      <p:cBhvr>
                                        <p:cTn id="29" dur="1000" fill="hold"/>
                                        <p:tgtEl>
                                          <p:spTgt spid="12"/>
                                        </p:tgtEl>
                                        <p:attrNameLst>
                                          <p:attrName>ppt_x</p:attrName>
                                        </p:attrNameLst>
                                      </p:cBhvr>
                                      <p:tavLst>
                                        <p:tav tm="0">
                                          <p:val>
                                            <p:strVal val="#ppt_x"/>
                                          </p:val>
                                        </p:tav>
                                        <p:tav tm="100000">
                                          <p:val>
                                            <p:strVal val="#ppt_x"/>
                                          </p:val>
                                        </p:tav>
                                      </p:tavLst>
                                    </p:anim>
                                    <p:anim calcmode="lin" valueType="num">
                                      <p:cBhvr>
                                        <p:cTn id="30"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11" grpId="0" animBg="1"/>
      <p:bldP spid="1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2" y="879063"/>
            <a:ext cx="8276908" cy="610863"/>
          </a:xfrm>
        </p:spPr>
        <p:txBody>
          <a:bodyPr rtlCol="0">
            <a:noAutofit/>
          </a:bodyPr>
          <a:lstStyle/>
          <a:p>
            <a:pPr algn="just" rtl="0"/>
            <a:r>
              <a:rPr lang="es-ES" sz="2600" dirty="0">
                <a:latin typeface="Times New Roman" panose="02020603050405020304" pitchFamily="18" charset="0"/>
                <a:cs typeface="Times New Roman" panose="02020603050405020304" pitchFamily="18" charset="0"/>
              </a:rPr>
              <a:t>Ejemplo 1: Discriminación por edad</a:t>
            </a:r>
          </a:p>
        </p:txBody>
      </p:sp>
      <p:sp>
        <p:nvSpPr>
          <p:cNvPr id="28" name="CuadroTexto 27">
            <a:extLst>
              <a:ext uri="{FF2B5EF4-FFF2-40B4-BE49-F238E27FC236}">
                <a16:creationId xmlns:a16="http://schemas.microsoft.com/office/drawing/2014/main" id="{F494AF8A-D47C-6E15-F0A8-B546B382BBB9}"/>
              </a:ext>
            </a:extLst>
          </p:cNvPr>
          <p:cNvSpPr txBox="1"/>
          <p:nvPr/>
        </p:nvSpPr>
        <p:spPr>
          <a:xfrm>
            <a:off x="964023" y="2186609"/>
            <a:ext cx="9954186" cy="3645485"/>
          </a:xfrm>
          <a:prstGeom prst="rect">
            <a:avLst/>
          </a:prstGeom>
          <a:noFill/>
          <a:ln>
            <a:solidFill>
              <a:schemeClr val="tx1">
                <a:lumMod val="85000"/>
              </a:schemeClr>
            </a:solidFill>
          </a:ln>
        </p:spPr>
        <p:txBody>
          <a:bodyPr wrap="square" rtlCol="0">
            <a:spAutoFit/>
          </a:bodyPr>
          <a:lstStyle/>
          <a:p>
            <a:pPr marL="285750" indent="-285750" algn="just">
              <a:lnSpc>
                <a:spcPct val="107000"/>
              </a:lnSpc>
              <a:spcAft>
                <a:spcPts val="800"/>
              </a:spcAft>
              <a:buFont typeface="Arial" panose="020B0604020202020204" pitchFamily="34" charset="0"/>
              <a:buChar char="•"/>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Una empresa realizó un concurso de promoción para ocupar el puesto de gerente. A continuación, se muestran las edades de algunos solicitantes elegidos al azar que tuvieron éxito y de los que no tuvieron éxito. Algunos de los solicitantes que no tuvieron éxito para obtener el ascenso se quejaron de que hubo discriminación por edad en la competencia. </a:t>
            </a:r>
          </a:p>
          <a:p>
            <a:pPr marL="285750" indent="-285750" algn="just">
              <a:lnSpc>
                <a:spcPct val="107000"/>
              </a:lnSpc>
              <a:spcAft>
                <a:spcPts val="800"/>
              </a:spcAft>
              <a:buFont typeface="Arial" panose="020B0604020202020204" pitchFamily="34" charset="0"/>
              <a:buChar char="•"/>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Utilice un nivel se significancia de 0.05 para poner a prueba la aseveración de que los solicitantes sin éxito provienen de una población con una edad media mayor que la de los solicitantes exitosos. ¿Parece haber discriminación por la edad?</a:t>
            </a:r>
          </a:p>
          <a:p>
            <a:pPr marL="285750" indent="-285750" algn="just">
              <a:lnSpc>
                <a:spcPct val="107000"/>
              </a:lnSpc>
              <a:spcAft>
                <a:spcPts val="800"/>
              </a:spcAft>
              <a:buFont typeface="Arial" panose="020B0604020202020204" pitchFamily="34" charset="0"/>
              <a:buChar char="•"/>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Edades de solicitantes sin éxito: 34, 37, 37, 38, 41, 42, 43, 44, 44, 45, 45, 45, 46, 48, 49, 53, 53, 54, 54, 55, 56, 57, 60.</a:t>
            </a:r>
          </a:p>
          <a:p>
            <a:pPr marL="285750" indent="-285750" algn="just">
              <a:lnSpc>
                <a:spcPct val="107000"/>
              </a:lnSpc>
              <a:spcAft>
                <a:spcPts val="800"/>
              </a:spcAft>
              <a:buFont typeface="Arial" panose="020B0604020202020204" pitchFamily="34" charset="0"/>
              <a:buChar char="•"/>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Edades de solicitantes con éxito: 27, 33, 36, 37, 38, 38, 39, 42, 42, 43, 43, 44, 44, 44, 45, 45, 45, 45, 46, 46, 47, 47, 48, 48, 49, 49, 51, 51, 52, 54</a:t>
            </a:r>
            <a:endParaRPr lang="es-MX" sz="1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037715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1000"/>
                                        <p:tgtEl>
                                          <p:spTgt spid="28"/>
                                        </p:tgtEl>
                                      </p:cBhvr>
                                    </p:animEffect>
                                    <p:anim calcmode="lin" valueType="num">
                                      <p:cBhvr>
                                        <p:cTn id="8" dur="1000" fill="hold"/>
                                        <p:tgtEl>
                                          <p:spTgt spid="28"/>
                                        </p:tgtEl>
                                        <p:attrNameLst>
                                          <p:attrName>ppt_x</p:attrName>
                                        </p:attrNameLst>
                                      </p:cBhvr>
                                      <p:tavLst>
                                        <p:tav tm="0">
                                          <p:val>
                                            <p:strVal val="#ppt_x"/>
                                          </p:val>
                                        </p:tav>
                                        <p:tav tm="100000">
                                          <p:val>
                                            <p:strVal val="#ppt_x"/>
                                          </p:val>
                                        </p:tav>
                                      </p:tavLst>
                                    </p:anim>
                                    <p:anim calcmode="lin" valueType="num">
                                      <p:cBhvr>
                                        <p:cTn id="9"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F2DEE0-21B4-577B-9901-8184BA342C3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B698F7F-EF83-6666-7A43-B29118C1B54A}"/>
              </a:ext>
            </a:extLst>
          </p:cNvPr>
          <p:cNvSpPr>
            <a:spLocks noGrp="1"/>
          </p:cNvSpPr>
          <p:nvPr>
            <p:ph type="title"/>
          </p:nvPr>
        </p:nvSpPr>
        <p:spPr>
          <a:xfrm>
            <a:off x="964022" y="879063"/>
            <a:ext cx="8276908" cy="610863"/>
          </a:xfrm>
        </p:spPr>
        <p:txBody>
          <a:bodyPr rtlCol="0">
            <a:noAutofit/>
          </a:bodyPr>
          <a:lstStyle/>
          <a:p>
            <a:pPr algn="just" rtl="0"/>
            <a:r>
              <a:rPr lang="es-ES" sz="2600" dirty="0">
                <a:latin typeface="Times New Roman" panose="02020603050405020304" pitchFamily="18" charset="0"/>
                <a:cs typeface="Times New Roman" panose="02020603050405020304" pitchFamily="18" charset="0"/>
              </a:rPr>
              <a:t>Ejemplo 2: Exposición a VIH</a:t>
            </a:r>
          </a:p>
        </p:txBody>
      </p:sp>
      <p:sp>
        <p:nvSpPr>
          <p:cNvPr id="28" name="CuadroTexto 27">
            <a:extLst>
              <a:ext uri="{FF2B5EF4-FFF2-40B4-BE49-F238E27FC236}">
                <a16:creationId xmlns:a16="http://schemas.microsoft.com/office/drawing/2014/main" id="{237A88B0-000B-C66B-705B-8E3C7FA496DF}"/>
              </a:ext>
            </a:extLst>
          </p:cNvPr>
          <p:cNvSpPr txBox="1"/>
          <p:nvPr/>
        </p:nvSpPr>
        <p:spPr>
          <a:xfrm>
            <a:off x="964023" y="2186609"/>
            <a:ext cx="9954186" cy="1958485"/>
          </a:xfrm>
          <a:prstGeom prst="rect">
            <a:avLst/>
          </a:prstGeom>
          <a:noFill/>
          <a:ln>
            <a:solidFill>
              <a:schemeClr val="tx1">
                <a:lumMod val="85000"/>
              </a:schemeClr>
            </a:solidFill>
          </a:ln>
        </p:spPr>
        <p:txBody>
          <a:bodyPr wrap="square" rtlCol="0">
            <a:spAutoFit/>
          </a:bodyPr>
          <a:lstStyle/>
          <a:p>
            <a:pPr marL="285750" indent="-285750" algn="just">
              <a:lnSpc>
                <a:spcPct val="107000"/>
              </a:lnSpc>
              <a:spcAft>
                <a:spcPts val="800"/>
              </a:spcAft>
              <a:buFont typeface="Arial" panose="020B0604020202020204" pitchFamily="34" charset="0"/>
              <a:buChar char="•"/>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El siguiente conjunto de datos proporciona información sobre personas que estuvieron expuestas al VIH por una situación de riesgo. Este conjunto de datos está tomado de un hospital donde se eligieron aleatoriamente algunas personas que proporcionaron información similar sobre su experiencia.</a:t>
            </a:r>
          </a:p>
          <a:p>
            <a:pPr marL="285750" indent="-285750" algn="just">
              <a:lnSpc>
                <a:spcPct val="107000"/>
              </a:lnSpc>
              <a:spcAft>
                <a:spcPts val="800"/>
              </a:spcAft>
              <a:buFont typeface="Arial" panose="020B0604020202020204" pitchFamily="34" charset="0"/>
              <a:buChar char="•"/>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Con base en estos datos, se desea realizar una prueba de hipótesis de diferencia de medias para evaluar si la edad promedio de las personas expuestas al VIH que dieron positivo es distinta de la edad promedio de las personas que dieron negativo.</a:t>
            </a:r>
            <a:endParaRPr lang="es-MX" sz="1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1631557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1000"/>
                                        <p:tgtEl>
                                          <p:spTgt spid="28"/>
                                        </p:tgtEl>
                                      </p:cBhvr>
                                    </p:animEffect>
                                    <p:anim calcmode="lin" valueType="num">
                                      <p:cBhvr>
                                        <p:cTn id="8" dur="1000" fill="hold"/>
                                        <p:tgtEl>
                                          <p:spTgt spid="28"/>
                                        </p:tgtEl>
                                        <p:attrNameLst>
                                          <p:attrName>ppt_x</p:attrName>
                                        </p:attrNameLst>
                                      </p:cBhvr>
                                      <p:tavLst>
                                        <p:tav tm="0">
                                          <p:val>
                                            <p:strVal val="#ppt_x"/>
                                          </p:val>
                                        </p:tav>
                                        <p:tav tm="100000">
                                          <p:val>
                                            <p:strVal val="#ppt_x"/>
                                          </p:val>
                                        </p:tav>
                                      </p:tavLst>
                                    </p:anim>
                                    <p:anim calcmode="lin" valueType="num">
                                      <p:cBhvr>
                                        <p:cTn id="9"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A5AFEA-6443-B53E-E859-469A0DCD5C7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62363A2-27B2-555E-ED42-030CD550EA04}"/>
              </a:ext>
            </a:extLst>
          </p:cNvPr>
          <p:cNvSpPr>
            <a:spLocks noGrp="1"/>
          </p:cNvSpPr>
          <p:nvPr>
            <p:ph type="title"/>
          </p:nvPr>
        </p:nvSpPr>
        <p:spPr>
          <a:xfrm>
            <a:off x="964022" y="879063"/>
            <a:ext cx="8276908" cy="610863"/>
          </a:xfrm>
        </p:spPr>
        <p:txBody>
          <a:bodyPr rtlCol="0">
            <a:noAutofit/>
          </a:bodyPr>
          <a:lstStyle/>
          <a:p>
            <a:pPr algn="just" rtl="0"/>
            <a:r>
              <a:rPr lang="es-ES" sz="2600" dirty="0">
                <a:latin typeface="Times New Roman" panose="02020603050405020304" pitchFamily="18" charset="0"/>
                <a:cs typeface="Times New Roman" panose="02020603050405020304" pitchFamily="18" charset="0"/>
              </a:rPr>
              <a:t>Ejemplo 3: Primas de los asegurados</a:t>
            </a:r>
          </a:p>
        </p:txBody>
      </p:sp>
      <p:sp>
        <p:nvSpPr>
          <p:cNvPr id="28" name="CuadroTexto 27">
            <a:extLst>
              <a:ext uri="{FF2B5EF4-FFF2-40B4-BE49-F238E27FC236}">
                <a16:creationId xmlns:a16="http://schemas.microsoft.com/office/drawing/2014/main" id="{E6DDC88E-BAF6-486F-0CD1-42E104B2338B}"/>
              </a:ext>
            </a:extLst>
          </p:cNvPr>
          <p:cNvSpPr txBox="1"/>
          <p:nvPr/>
        </p:nvSpPr>
        <p:spPr>
          <a:xfrm>
            <a:off x="964023" y="2186609"/>
            <a:ext cx="9954186" cy="1263166"/>
          </a:xfrm>
          <a:prstGeom prst="rect">
            <a:avLst/>
          </a:prstGeom>
          <a:noFill/>
          <a:ln>
            <a:solidFill>
              <a:schemeClr val="tx1">
                <a:lumMod val="85000"/>
              </a:schemeClr>
            </a:solidFill>
          </a:ln>
        </p:spPr>
        <p:txBody>
          <a:bodyPr wrap="square" rtlCol="0">
            <a:spAutoFit/>
          </a:bodyPr>
          <a:lstStyle/>
          <a:p>
            <a:pPr marL="285750" indent="-285750" algn="just">
              <a:lnSpc>
                <a:spcPct val="107000"/>
              </a:lnSpc>
              <a:spcAft>
                <a:spcPts val="800"/>
              </a:spcAft>
              <a:buFont typeface="Arial" panose="020B0604020202020204" pitchFamily="34" charset="0"/>
              <a:buChar char="•"/>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Una compañía de seguros está interesada en determinar si hay una diferencia significativa en el monto promedio de la prima anual que pagan los asegurados según su sexo. Para realizar este análisis, la compañía recopiló datos aleatorios que se encuentran en la base de datos "Asegurados". Utiliza un nivel de confianza del 95% para este estudio.</a:t>
            </a:r>
            <a:endParaRPr lang="es-MX" sz="1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70298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1000"/>
                                        <p:tgtEl>
                                          <p:spTgt spid="28"/>
                                        </p:tgtEl>
                                      </p:cBhvr>
                                    </p:animEffect>
                                    <p:anim calcmode="lin" valueType="num">
                                      <p:cBhvr>
                                        <p:cTn id="8" dur="1000" fill="hold"/>
                                        <p:tgtEl>
                                          <p:spTgt spid="28"/>
                                        </p:tgtEl>
                                        <p:attrNameLst>
                                          <p:attrName>ppt_x</p:attrName>
                                        </p:attrNameLst>
                                      </p:cBhvr>
                                      <p:tavLst>
                                        <p:tav tm="0">
                                          <p:val>
                                            <p:strVal val="#ppt_x"/>
                                          </p:val>
                                        </p:tav>
                                        <p:tav tm="100000">
                                          <p:val>
                                            <p:strVal val="#ppt_x"/>
                                          </p:val>
                                        </p:tav>
                                      </p:tavLst>
                                    </p:anim>
                                    <p:anim calcmode="lin" valueType="num">
                                      <p:cBhvr>
                                        <p:cTn id="9"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Lst>
  </p:timing>
</p:sld>
</file>

<file path=ppt/theme/theme1.xml><?xml version="1.0" encoding="utf-8"?>
<a:theme xmlns:a="http://schemas.openxmlformats.org/drawingml/2006/main" name="Tema1">
  <a:themeElements>
    <a:clrScheme name="Naranja amarillo">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Custom 175">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49129432_TF78853419_Win32.potx" id="{F85094AE-F951-45B6-B003-F9F3B4BD38C5}" vid="{E124D037-8587-41C3-AB02-2A120C8407E4}"/>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2827</TotalTime>
  <Words>612</Words>
  <Application>Microsoft Office PowerPoint</Application>
  <PresentationFormat>Panorámica</PresentationFormat>
  <Paragraphs>33</Paragraphs>
  <Slides>6</Slides>
  <Notes>6</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6</vt:i4>
      </vt:variant>
    </vt:vector>
  </HeadingPairs>
  <TitlesOfParts>
    <vt:vector size="14" baseType="lpstr">
      <vt:lpstr>Arial</vt:lpstr>
      <vt:lpstr>Calibri</vt:lpstr>
      <vt:lpstr>Cambria Math</vt:lpstr>
      <vt:lpstr>Franklin Gothic Book</vt:lpstr>
      <vt:lpstr>Franklin Gothic Demi</vt:lpstr>
      <vt:lpstr>Times New Roman</vt:lpstr>
      <vt:lpstr>Wingdings</vt:lpstr>
      <vt:lpstr>Tema1</vt:lpstr>
      <vt:lpstr>Sesión 28: Prueba de Hipótesis para dos medias.</vt:lpstr>
      <vt:lpstr>Prueba de hipótesis para dos medias.</vt:lpstr>
      <vt:lpstr>Prueba de hipótesis para dos medias.</vt:lpstr>
      <vt:lpstr>Ejemplo 1: Discriminación por edad</vt:lpstr>
      <vt:lpstr>Ejemplo 2: Exposición a VIH</vt:lpstr>
      <vt:lpstr>Ejemplo 3: Primas de los asegurados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Sesión 7: Estimaciones para la media poblacional μ</dc:title>
  <dc:creator>David Nexticapan Cortes</dc:creator>
  <cp:lastModifiedBy>DAVID NEXTICAPAN - CORTES</cp:lastModifiedBy>
  <cp:revision>87</cp:revision>
  <dcterms:created xsi:type="dcterms:W3CDTF">2023-09-16T20:42:33Z</dcterms:created>
  <dcterms:modified xsi:type="dcterms:W3CDTF">2025-05-04T06:09:11Z</dcterms:modified>
</cp:coreProperties>
</file>