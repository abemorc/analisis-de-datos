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
  </p:notesMasterIdLst>
  <p:sldIdLst>
    <p:sldId id="268" r:id="rId2"/>
    <p:sldId id="269" r:id="rId3"/>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Estilo claro 1 - Acento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505E3EF-67EA-436B-97B2-0124C06EBD24}" styleName="Estilo medio 4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E3FDE45-AF77-4B5C-9715-49D594BDF05E}" styleName="Estilo claro 1 - Acento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95" d="100"/>
          <a:sy n="95" d="100"/>
        </p:scale>
        <p:origin x="2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E06FD9-7C5A-4B1C-968A-BB507C3E1197}" type="datetimeFigureOut">
              <a:rPr lang="es-MX" smtClean="0"/>
              <a:t>06/05/2025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B6384F-A249-4C3C-8731-5338BA85F774}" type="slidenum">
              <a:rPr lang="es-MX" smtClean="0"/>
              <a:t>‹Nº›</a:t>
            </a:fld>
            <a:endParaRPr lang="es-MX"/>
          </a:p>
        </p:txBody>
      </p:sp>
    </p:spTree>
    <p:extLst>
      <p:ext uri="{BB962C8B-B14F-4D97-AF65-F5344CB8AC3E}">
        <p14:creationId xmlns:p14="http://schemas.microsoft.com/office/powerpoint/2010/main" val="3140859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89C7E07-3C67-C64C-8DA0-0404F6303970}" type="slidenum">
              <a:rPr kumimoji="0" lang="es-E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s-E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5526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5"/>
          </p:nvPr>
        </p:nvSpPr>
        <p:spPr/>
        <p:txBody>
          <a:bodyPr/>
          <a:lstStyle/>
          <a:p>
            <a:pPr rtl="0"/>
            <a:fld id="{A89C7E07-3C67-C64C-8DA0-0404F6303970}" type="slidenum">
              <a:rPr lang="es-ES" smtClean="0"/>
              <a:t>2</a:t>
            </a:fld>
            <a:endParaRPr lang="es-ES"/>
          </a:p>
        </p:txBody>
      </p:sp>
    </p:spTree>
    <p:extLst>
      <p:ext uri="{BB962C8B-B14F-4D97-AF65-F5344CB8AC3E}">
        <p14:creationId xmlns:p14="http://schemas.microsoft.com/office/powerpoint/2010/main" val="13274242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rtlCol="0" anchor="b">
            <a:noAutofit/>
          </a:bodyPr>
          <a:lstStyle>
            <a:lvl1pPr algn="l">
              <a:defRPr sz="6000" b="1" i="0" spc="100" baseline="0">
                <a:solidFill>
                  <a:schemeClr val="bg1"/>
                </a:solidFill>
                <a:latin typeface="+mj-lt"/>
              </a:defRPr>
            </a:lvl1pPr>
          </a:lstStyle>
          <a:p>
            <a:pPr rtl="0"/>
            <a:r>
              <a:rPr lang="es-ES" noProof="0"/>
              <a:t>Haga clic para modificar el estilo de título del patrón</a:t>
            </a:r>
            <a:endParaRPr lang="es-ES" noProof="0" dirty="0"/>
          </a:p>
        </p:txBody>
      </p:sp>
      <p:grpSp>
        <p:nvGrpSpPr>
          <p:cNvPr id="9" name="Grupo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orma libre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1" name="Forma libre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2" name="Forma libre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8" name="Marcador de texto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rtlCol="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3" name="Conector recto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39669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upo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forma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8" name="Forma libre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9" name="Forma libre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0" name="Forma libre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1" name="Forma libre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2" name="Título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es-ES" noProof="0"/>
              <a:t>Haga clic para modificar el estilo de título del patrón</a:t>
            </a:r>
            <a:endParaRPr lang="es-ES" noProof="0" dirty="0"/>
          </a:p>
        </p:txBody>
      </p:sp>
      <p:cxnSp>
        <p:nvCxnSpPr>
          <p:cNvPr id="13" name="Conector recto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Marcador de texto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5" name="Marcador de texto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16" name="Conector recto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Marcador de texto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8" name="Marcador de texto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0" name="Conector recto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Marcador de texto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2" name="Marcador de texto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3" name="Conector recto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Marcador de texto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5" name="Marcador de texto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Marcador de texto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8" name="Marcador de texto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62655503-4608-4F79-A5D4-B2F67958F263}"/>
              </a:ext>
            </a:extLst>
          </p:cNvPr>
          <p:cNvSpPr>
            <a:spLocks noGrp="1"/>
          </p:cNvSpPr>
          <p:nvPr>
            <p:ph type="dt" sz="half" idx="2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0CFFE12A-8763-4EB7-9CEB-5B78076C5C21}"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9DAFA395-FE4C-4A99-A74E-57757D8473E1}"/>
              </a:ext>
            </a:extLst>
          </p:cNvPr>
          <p:cNvSpPr>
            <a:spLocks noGrp="1"/>
          </p:cNvSpPr>
          <p:nvPr>
            <p:ph type="ftr" sz="quarter" idx="2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283954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ción">
    <p:spTree>
      <p:nvGrpSpPr>
        <p:cNvPr id="1" name=""/>
        <p:cNvGrpSpPr/>
        <p:nvPr/>
      </p:nvGrpSpPr>
      <p:grpSpPr>
        <a:xfrm>
          <a:off x="0" y="0"/>
          <a:ext cx="0" cy="0"/>
          <a:chOff x="0" y="0"/>
          <a:chExt cx="0" cy="0"/>
        </a:xfrm>
      </p:grpSpPr>
      <p:grpSp>
        <p:nvGrpSpPr>
          <p:cNvPr id="13" name="Grupo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orma libre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6" name="Forma libre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9" name="Forma libre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14" name="Marcador de posición de imagen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s-ES" noProof="0"/>
              <a:t>Haga clic en el icono para agregar una imagen</a:t>
            </a:r>
            <a:endParaRPr lang="es-ES" noProof="0" dirty="0"/>
          </a:p>
        </p:txBody>
      </p:sp>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17" name="Conector recto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Marcador de texto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CA64E0B3-57C5-4DAF-8531-F39610E77C09}"/>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845086BA-4771-4251-A1A0-95AEDDEBD7A7}"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B7E0EC46-C626-4D58-AB64-0B3B850D1482}"/>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8F25D00C-8F5C-4528-87FA-F9431D967555}"/>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865347525"/>
      </p:ext>
    </p:extLst>
  </p:cSld>
  <p:clrMapOvr>
    <a:masterClrMapping/>
  </p:clrMapOvr>
  <p:extLst>
    <p:ext uri="{DCECCB84-F9BA-43D5-87BE-67443E8EF086}">
      <p15:sldGuideLst xmlns:p15="http://schemas.microsoft.com/office/powerpoint/2012/main">
        <p15:guide id="1" pos="600">
          <p15:clr>
            <a:srgbClr val="FBAE40"/>
          </p15:clr>
        </p15:guide>
        <p15:guide id="6" pos="3480">
          <p15:clr>
            <a:srgbClr val="FBAE40"/>
          </p15:clr>
        </p15:guide>
        <p15:guide id="7" orient="horz" pos="1440">
          <p15:clr>
            <a:srgbClr val="FBAE40"/>
          </p15:clr>
        </p15:guide>
        <p15:guide id="9" orient="horz" pos="1224">
          <p15:clr>
            <a:srgbClr val="FBAE40"/>
          </p15:clr>
        </p15:guide>
        <p15:guide id="10" orient="horz" pos="55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anso">
    <p:bg>
      <p:bgPr>
        <a:solidFill>
          <a:schemeClr val="tx1"/>
        </a:solidFill>
        <a:effectLst/>
      </p:bgPr>
    </p:bg>
    <p:spTree>
      <p:nvGrpSpPr>
        <p:cNvPr id="1" name=""/>
        <p:cNvGrpSpPr/>
        <p:nvPr/>
      </p:nvGrpSpPr>
      <p:grpSpPr>
        <a:xfrm>
          <a:off x="0" y="0"/>
          <a:ext cx="0" cy="0"/>
          <a:chOff x="0" y="0"/>
          <a:chExt cx="0" cy="0"/>
        </a:xfrm>
      </p:grpSpPr>
      <p:sp>
        <p:nvSpPr>
          <p:cNvPr id="21" name="Marcador de posición de imagen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r>
              <a:rPr lang="es-ES" noProof="0"/>
              <a:t>Haga clic en el icono para agregar una imagen</a:t>
            </a:r>
            <a:endParaRPr lang="es-ES" noProof="0" dirty="0"/>
          </a:p>
        </p:txBody>
      </p:sp>
      <p:sp>
        <p:nvSpPr>
          <p:cNvPr id="18" name="Título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s-ES" noProof="0"/>
              <a:t>Haga clic para modificar el estilo de título del patrón</a:t>
            </a:r>
            <a:endParaRPr lang="es-ES" noProof="0" dirty="0"/>
          </a:p>
        </p:txBody>
      </p:sp>
      <p:cxnSp>
        <p:nvCxnSpPr>
          <p:cNvPr id="20" name="Conector recto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upo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orma libre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4" name="Forma libre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5" name="Forma libre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1240272940"/>
      </p:ext>
    </p:extLst>
  </p:cSld>
  <p:clrMapOvr>
    <a:masterClrMapping/>
  </p:clrMapOvr>
  <p:extLst>
    <p:ext uri="{DCECCB84-F9BA-43D5-87BE-67443E8EF086}">
      <p15:sldGuideLst xmlns:p15="http://schemas.microsoft.com/office/powerpoint/2012/main">
        <p15:guide id="2" pos="7104">
          <p15:clr>
            <a:srgbClr val="FBAE40"/>
          </p15:clr>
        </p15:guide>
        <p15:guide id="3" pos="4344">
          <p15:clr>
            <a:srgbClr val="FBAE40"/>
          </p15:clr>
        </p15:guide>
        <p15:guide id="4" pos="4560">
          <p15:clr>
            <a:srgbClr val="FBAE40"/>
          </p15:clr>
        </p15:guide>
        <p15:guide id="8" orient="horz" pos="184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ráfico">
    <p:bg>
      <p:bgPr>
        <a:solidFill>
          <a:schemeClr val="tx1"/>
        </a:solidFill>
        <a:effectLst/>
      </p:bgPr>
    </p:bg>
    <p:spTree>
      <p:nvGrpSpPr>
        <p:cNvPr id="1" name=""/>
        <p:cNvGrpSpPr/>
        <p:nvPr/>
      </p:nvGrpSpPr>
      <p:grpSpPr>
        <a:xfrm>
          <a:off x="0" y="0"/>
          <a:ext cx="0" cy="0"/>
          <a:chOff x="0" y="0"/>
          <a:chExt cx="0" cy="0"/>
        </a:xfrm>
      </p:grpSpPr>
      <p:sp>
        <p:nvSpPr>
          <p:cNvPr id="6" name="Marcador de posición de gráfico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defRPr>
            </a:lvl1pPr>
          </a:lstStyle>
          <a:p>
            <a:pPr rtl="0"/>
            <a:r>
              <a:rPr lang="es-ES" noProof="0"/>
              <a:t>Haga clic en el icono para agregar un gráfico</a:t>
            </a:r>
          </a:p>
        </p:txBody>
      </p:sp>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2" name="Marcador de fecha 1">
            <a:extLst>
              <a:ext uri="{FF2B5EF4-FFF2-40B4-BE49-F238E27FC236}">
                <a16:creationId xmlns:a16="http://schemas.microsoft.com/office/drawing/2014/main" id="{371012B1-809A-45CE-9FED-46D08DC8C42B}"/>
              </a:ext>
            </a:extLst>
          </p:cNvPr>
          <p:cNvSpPr>
            <a:spLocks noGrp="1"/>
          </p:cNvSpPr>
          <p:nvPr>
            <p:ph type="dt" sz="half" idx="1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6A99CD11-04C6-421F-AE19-E5D29CCF776B}"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 de mayo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3FB6FA27-6601-4107-A3C9-808CB4430246}"/>
              </a:ext>
            </a:extLst>
          </p:cNvPr>
          <p:cNvSpPr>
            <a:spLocks noGrp="1"/>
          </p:cNvSpPr>
          <p:nvPr>
            <p:ph type="ftr" sz="quarter" idx="1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70436514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a">
    <p:bg>
      <p:bgPr>
        <a:solidFill>
          <a:schemeClr val="tx1"/>
        </a:solidFill>
        <a:effectLst/>
      </p:bgPr>
    </p:bg>
    <p:spTree>
      <p:nvGrpSpPr>
        <p:cNvPr id="1" name=""/>
        <p:cNvGrpSpPr/>
        <p:nvPr/>
      </p:nvGrpSpPr>
      <p:grpSpPr>
        <a:xfrm>
          <a:off x="0" y="0"/>
          <a:ext cx="0" cy="0"/>
          <a:chOff x="0" y="0"/>
          <a:chExt cx="0" cy="0"/>
        </a:xfrm>
      </p:grpSpPr>
      <p:sp>
        <p:nvSpPr>
          <p:cNvPr id="16" name="Título 1">
            <a:extLst>
              <a:ext uri="{FF2B5EF4-FFF2-40B4-BE49-F238E27FC236}">
                <a16:creationId xmlns:a16="http://schemas.microsoft.com/office/drawing/2014/main" id="{109B023A-F28F-184D-BA48-3F1C0502AE0A}"/>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9" name="Marcador de título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rtlCol="0"/>
          <a:lstStyle/>
          <a:p>
            <a:pPr rtl="0"/>
            <a:r>
              <a:rPr lang="es-ES" noProof="0"/>
              <a:t>Haga clic en el icono para agregar una tabla</a:t>
            </a:r>
          </a:p>
        </p:txBody>
      </p:sp>
      <p:sp>
        <p:nvSpPr>
          <p:cNvPr id="2" name="Marcador de fecha 1">
            <a:extLst>
              <a:ext uri="{FF2B5EF4-FFF2-40B4-BE49-F238E27FC236}">
                <a16:creationId xmlns:a16="http://schemas.microsoft.com/office/drawing/2014/main" id="{9B2411D2-78FE-46C1-9EA9-C6A882903B53}"/>
              </a:ext>
            </a:extLst>
          </p:cNvPr>
          <p:cNvSpPr>
            <a:spLocks noGrp="1"/>
          </p:cNvSpPr>
          <p:nvPr>
            <p:ph type="dt" sz="half" idx="1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68820299-DC87-4039-A7B5-9AC50CF7A216}"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 de mayo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C04DAF8F-82DB-4DBE-9041-71217A4516CB}"/>
              </a:ext>
            </a:extLst>
          </p:cNvPr>
          <p:cNvSpPr>
            <a:spLocks noGrp="1"/>
          </p:cNvSpPr>
          <p:nvPr>
            <p:ph type="ftr" sz="quarter" idx="1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4080274302"/>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ita">
    <p:bg>
      <p:bgPr>
        <a:solidFill>
          <a:schemeClr val="tx1"/>
        </a:solidFill>
        <a:effectLst/>
      </p:bgPr>
    </p:bg>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s-ES" noProof="0"/>
              <a:t>Haga clic para modificar el estilo de título del patrón</a:t>
            </a:r>
            <a:endParaRPr lang="es-ES" noProof="0" dirty="0"/>
          </a:p>
        </p:txBody>
      </p:sp>
      <p:sp>
        <p:nvSpPr>
          <p:cNvPr id="10" name="Cuadro de texto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0000" b="1" i="0" u="none" strike="noStrike" kern="1200" cap="none" spc="0" normalizeH="0" baseline="0" noProof="0" dirty="0">
                <a:ln>
                  <a:noFill/>
                </a:ln>
                <a:solidFill>
                  <a:prstClr val="black"/>
                </a:solidFill>
                <a:effectLst/>
                <a:uLnTx/>
                <a:uFillTx/>
                <a:latin typeface="Franklin Gothic Book"/>
                <a:ea typeface="+mn-ea"/>
                <a:cs typeface="+mn-cs"/>
              </a:rPr>
              <a:t>“</a:t>
            </a:r>
          </a:p>
        </p:txBody>
      </p:sp>
      <p:grpSp>
        <p:nvGrpSpPr>
          <p:cNvPr id="18" name="Grupo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forma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0" name="Forma libre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1" name="Forma libre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2" name="Forma libre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3" name="Forma libre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grpSp>
        <p:nvGrpSpPr>
          <p:cNvPr id="24" name="Grupo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orma libre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6" name="Forma libre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7" name="Forma libre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6056142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560">
          <p15:clr>
            <a:srgbClr val="FBAE40"/>
          </p15:clr>
        </p15:guide>
        <p15:guide id="8" orient="horz" pos="1752">
          <p15:clr>
            <a:srgbClr val="FBAE40"/>
          </p15:clr>
        </p15:guide>
        <p15:guide id="9" orient="horz" pos="1248">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quipo">
    <p:bg>
      <p:bgPr>
        <a:solidFill>
          <a:schemeClr val="tx1"/>
        </a:solidFill>
        <a:effectLst/>
      </p:bgPr>
    </p:bg>
    <p:spTree>
      <p:nvGrpSpPr>
        <p:cNvPr id="1" name=""/>
        <p:cNvGrpSpPr/>
        <p:nvPr/>
      </p:nvGrpSpPr>
      <p:grpSpPr>
        <a:xfrm>
          <a:off x="0" y="0"/>
          <a:ext cx="0" cy="0"/>
          <a:chOff x="0" y="0"/>
          <a:chExt cx="0" cy="0"/>
        </a:xfrm>
      </p:grpSpPr>
      <p:grpSp>
        <p:nvGrpSpPr>
          <p:cNvPr id="25" name="Grupo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orma libre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7" name="Forma libre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6" name="Forma libre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8" name="Marcador de posición de imagen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61" name="Título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modificar el estilo de título del patrón</a:t>
            </a:r>
            <a:endParaRPr lang="es-ES" noProof="0" dirty="0"/>
          </a:p>
        </p:txBody>
      </p:sp>
      <p:cxnSp>
        <p:nvCxnSpPr>
          <p:cNvPr id="62" name="Conector recto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Marcador de posición de imagen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72" name="Marcador de texto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3" name="Marcador de texto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4" name="Marcador de texto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5" name="Marcador de texto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6" name="Marcador de texto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7" name="Marcador de texto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8" name="Marcador de texto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79" name="Marcador de texto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grpSp>
        <p:nvGrpSpPr>
          <p:cNvPr id="23" name="Grupo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forma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9" name="Forma libre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0" name="Forma libre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1" name="Forma libre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2" name="Forma libre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66" name="Marcador de posición de imagen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69" name="Marcador de posición de imagen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es-ES" noProof="0"/>
              <a:t>Haga clic en el icono para agregar una imagen</a:t>
            </a:r>
            <a:endParaRPr lang="es-ES" noProof="0" dirty="0"/>
          </a:p>
        </p:txBody>
      </p:sp>
      <p:sp>
        <p:nvSpPr>
          <p:cNvPr id="2" name="Marcador de fecha 1">
            <a:extLst>
              <a:ext uri="{FF2B5EF4-FFF2-40B4-BE49-F238E27FC236}">
                <a16:creationId xmlns:a16="http://schemas.microsoft.com/office/drawing/2014/main" id="{8ED89364-B1CB-4E72-A6BB-95A34B50661C}"/>
              </a:ext>
            </a:extLst>
          </p:cNvPr>
          <p:cNvSpPr>
            <a:spLocks noGrp="1"/>
          </p:cNvSpPr>
          <p:nvPr>
            <p:ph type="dt" sz="half" idx="3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7BEA095D-F9AB-465B-A2BC-526B797F4865}"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8E09328F-B310-4BF3-883E-BA9A39676AF2}"/>
              </a:ext>
            </a:extLst>
          </p:cNvPr>
          <p:cNvSpPr>
            <a:spLocks noGrp="1"/>
          </p:cNvSpPr>
          <p:nvPr>
            <p:ph type="ftr" sz="quarter" idx="3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4962814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4008">
          <p15:clr>
            <a:srgbClr val="FBAE40"/>
          </p15:clr>
        </p15:guide>
        <p15:guide id="5" pos="1944">
          <p15:clr>
            <a:srgbClr val="FBAE40"/>
          </p15:clr>
        </p15:guide>
        <p15:guide id="6" pos="3648">
          <p15:clr>
            <a:srgbClr val="FBAE40"/>
          </p15:clr>
        </p15:guide>
        <p15:guide id="7" orient="horz" pos="1392">
          <p15:clr>
            <a:srgbClr val="FBAE40"/>
          </p15:clr>
        </p15:guide>
        <p15:guide id="8" orient="horz" pos="552">
          <p15:clr>
            <a:srgbClr val="FBAE40"/>
          </p15:clr>
        </p15:guide>
        <p15:guide id="9" orient="horz" pos="1224">
          <p15:clr>
            <a:srgbClr val="FBAE40"/>
          </p15:clr>
        </p15:guide>
        <p15:guide id="10" pos="5352">
          <p15:clr>
            <a:srgbClr val="FBAE40"/>
          </p15:clr>
        </p15:guide>
        <p15:guide id="11" pos="5736">
          <p15:clr>
            <a:srgbClr val="FBAE40"/>
          </p15:clr>
        </p15:guide>
        <p15:guide id="12" orient="horz" pos="2904">
          <p15:clr>
            <a:srgbClr val="FBAE40"/>
          </p15:clr>
        </p15:guide>
        <p15:guide id="13" orient="horz" pos="160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scala de tiempo ">
    <p:bg>
      <p:bgPr>
        <a:solidFill>
          <a:schemeClr val="tx1"/>
        </a:solidFill>
        <a:effectLst/>
      </p:bgPr>
    </p:bg>
    <p:spTree>
      <p:nvGrpSpPr>
        <p:cNvPr id="1" name=""/>
        <p:cNvGrpSpPr/>
        <p:nvPr/>
      </p:nvGrpSpPr>
      <p:grpSpPr>
        <a:xfrm>
          <a:off x="0" y="0"/>
          <a:ext cx="0" cy="0"/>
          <a:chOff x="0" y="0"/>
          <a:chExt cx="0" cy="0"/>
        </a:xfrm>
      </p:grpSpPr>
      <p:cxnSp>
        <p:nvCxnSpPr>
          <p:cNvPr id="21" name="Conector recto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Conector recto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ítulo 1">
            <a:extLst>
              <a:ext uri="{FF2B5EF4-FFF2-40B4-BE49-F238E27FC236}">
                <a16:creationId xmlns:a16="http://schemas.microsoft.com/office/drawing/2014/main" id="{46EEE005-F78A-9D4F-B159-964376C387DD}"/>
              </a:ext>
            </a:extLst>
          </p:cNvPr>
          <p:cNvSpPr>
            <a:spLocks noGrp="1"/>
          </p:cNvSpPr>
          <p:nvPr>
            <p:ph type="title" hasCustomPrompt="1"/>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s-ES" noProof="0"/>
              <a:t>Haga clic para editar </a:t>
            </a:r>
          </a:p>
        </p:txBody>
      </p:sp>
      <p:sp>
        <p:nvSpPr>
          <p:cNvPr id="96" name="Marcador de texto 29">
            <a:extLst>
              <a:ext uri="{FF2B5EF4-FFF2-40B4-BE49-F238E27FC236}">
                <a16:creationId xmlns:a16="http://schemas.microsoft.com/office/drawing/2014/main" id="{FC61536F-8EA7-5A48-AF76-8B0E251BD8CB}"/>
              </a:ext>
            </a:extLst>
          </p:cNvPr>
          <p:cNvSpPr>
            <a:spLocks noGrp="1"/>
          </p:cNvSpPr>
          <p:nvPr>
            <p:ph type="body" sz="quarter" idx="12" hasCustomPrompt="1"/>
          </p:nvPr>
        </p:nvSpPr>
        <p:spPr>
          <a:xfrm>
            <a:off x="1296955"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97" name="Marcador de texto 29">
            <a:extLst>
              <a:ext uri="{FF2B5EF4-FFF2-40B4-BE49-F238E27FC236}">
                <a16:creationId xmlns:a16="http://schemas.microsoft.com/office/drawing/2014/main" id="{64FFD994-BD97-ED49-8607-286ECBB1CDA3}"/>
              </a:ext>
            </a:extLst>
          </p:cNvPr>
          <p:cNvSpPr>
            <a:spLocks noGrp="1"/>
          </p:cNvSpPr>
          <p:nvPr>
            <p:ph type="body" sz="quarter" idx="11" hasCustomPrompt="1"/>
          </p:nvPr>
        </p:nvSpPr>
        <p:spPr>
          <a:xfrm>
            <a:off x="1296955"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editar </a:t>
            </a:r>
          </a:p>
        </p:txBody>
      </p:sp>
      <p:sp>
        <p:nvSpPr>
          <p:cNvPr id="102" name="Marcador de texto 29">
            <a:extLst>
              <a:ext uri="{FF2B5EF4-FFF2-40B4-BE49-F238E27FC236}">
                <a16:creationId xmlns:a16="http://schemas.microsoft.com/office/drawing/2014/main" id="{D1ADE805-BFBC-ED47-B9CB-6CB2FF02E868}"/>
              </a:ext>
            </a:extLst>
          </p:cNvPr>
          <p:cNvSpPr>
            <a:spLocks noGrp="1"/>
          </p:cNvSpPr>
          <p:nvPr>
            <p:ph type="body" sz="quarter" idx="30" hasCustomPrompt="1"/>
          </p:nvPr>
        </p:nvSpPr>
        <p:spPr>
          <a:xfrm>
            <a:off x="3897799"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3" name="Marcador de texto 29">
            <a:extLst>
              <a:ext uri="{FF2B5EF4-FFF2-40B4-BE49-F238E27FC236}">
                <a16:creationId xmlns:a16="http://schemas.microsoft.com/office/drawing/2014/main" id="{334A3589-641F-F547-891B-149579153B75}"/>
              </a:ext>
            </a:extLst>
          </p:cNvPr>
          <p:cNvSpPr>
            <a:spLocks noGrp="1"/>
          </p:cNvSpPr>
          <p:nvPr>
            <p:ph type="body" sz="quarter" idx="31" hasCustomPrompt="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ES" noProof="0"/>
              <a:t>Haga clic para editar </a:t>
            </a:r>
          </a:p>
        </p:txBody>
      </p:sp>
      <p:sp>
        <p:nvSpPr>
          <p:cNvPr id="106" name="Marcador de texto 29">
            <a:extLst>
              <a:ext uri="{FF2B5EF4-FFF2-40B4-BE49-F238E27FC236}">
                <a16:creationId xmlns:a16="http://schemas.microsoft.com/office/drawing/2014/main" id="{A63F8454-D12E-A641-ABD0-8977D3F5EC05}"/>
              </a:ext>
            </a:extLst>
          </p:cNvPr>
          <p:cNvSpPr>
            <a:spLocks noGrp="1"/>
          </p:cNvSpPr>
          <p:nvPr>
            <p:ph type="body" sz="quarter" idx="32" hasCustomPrompt="1"/>
          </p:nvPr>
        </p:nvSpPr>
        <p:spPr>
          <a:xfrm>
            <a:off x="9001711"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7" name="Marcador de texto 29">
            <a:extLst>
              <a:ext uri="{FF2B5EF4-FFF2-40B4-BE49-F238E27FC236}">
                <a16:creationId xmlns:a16="http://schemas.microsoft.com/office/drawing/2014/main" id="{F35AA15D-DBAD-9840-8764-A5B6D486A234}"/>
              </a:ext>
            </a:extLst>
          </p:cNvPr>
          <p:cNvSpPr>
            <a:spLocks noGrp="1"/>
          </p:cNvSpPr>
          <p:nvPr>
            <p:ph type="body" sz="quarter" idx="33" hasCustomPrompt="1"/>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s-ES" noProof="0"/>
              <a:t>Haga clic para editar </a:t>
            </a:r>
          </a:p>
        </p:txBody>
      </p:sp>
      <p:sp>
        <p:nvSpPr>
          <p:cNvPr id="108" name="Marcador de texto 29">
            <a:extLst>
              <a:ext uri="{FF2B5EF4-FFF2-40B4-BE49-F238E27FC236}">
                <a16:creationId xmlns:a16="http://schemas.microsoft.com/office/drawing/2014/main" id="{8357CA0F-1A55-B145-8305-562F0DF22543}"/>
              </a:ext>
            </a:extLst>
          </p:cNvPr>
          <p:cNvSpPr>
            <a:spLocks noGrp="1"/>
          </p:cNvSpPr>
          <p:nvPr>
            <p:ph type="body" sz="quarter" idx="34" hasCustomPrompt="1"/>
          </p:nvPr>
        </p:nvSpPr>
        <p:spPr>
          <a:xfrm>
            <a:off x="6438143"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s-ES" noProof="0"/>
              <a:t>Haga clic para editar </a:t>
            </a:r>
          </a:p>
        </p:txBody>
      </p:sp>
      <p:sp>
        <p:nvSpPr>
          <p:cNvPr id="109" name="Marcador de texto 29">
            <a:extLst>
              <a:ext uri="{FF2B5EF4-FFF2-40B4-BE49-F238E27FC236}">
                <a16:creationId xmlns:a16="http://schemas.microsoft.com/office/drawing/2014/main" id="{D6C49F6F-AF28-8942-8442-8F54A1DC388B}"/>
              </a:ext>
            </a:extLst>
          </p:cNvPr>
          <p:cNvSpPr>
            <a:spLocks noGrp="1"/>
          </p:cNvSpPr>
          <p:nvPr>
            <p:ph type="body" sz="quarter" idx="35" hasCustomPrompt="1"/>
          </p:nvPr>
        </p:nvSpPr>
        <p:spPr>
          <a:xfrm>
            <a:off x="6438143"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s-ES" noProof="0"/>
              <a:t>Haga clic para editar </a:t>
            </a:r>
          </a:p>
        </p:txBody>
      </p:sp>
      <p:cxnSp>
        <p:nvCxnSpPr>
          <p:cNvPr id="8" name="Conector recto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ángulo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47" name="Rectángulo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7" name="Rectángulo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9" name="Rectángulo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prstClr val="white"/>
              </a:solidFill>
              <a:effectLst/>
              <a:uLnTx/>
              <a:uFillTx/>
              <a:latin typeface="Franklin Gothic Book"/>
              <a:ea typeface="+mn-ea"/>
              <a:cs typeface="+mn-cs"/>
            </a:endParaRPr>
          </a:p>
        </p:txBody>
      </p:sp>
      <p:sp>
        <p:nvSpPr>
          <p:cNvPr id="2" name="Marcador de fecha 1">
            <a:extLst>
              <a:ext uri="{FF2B5EF4-FFF2-40B4-BE49-F238E27FC236}">
                <a16:creationId xmlns:a16="http://schemas.microsoft.com/office/drawing/2014/main" id="{21DC2552-C347-4C3D-8C92-4A6981227C0E}"/>
              </a:ext>
            </a:extLst>
          </p:cNvPr>
          <p:cNvSpPr>
            <a:spLocks noGrp="1"/>
          </p:cNvSpPr>
          <p:nvPr>
            <p:ph type="dt" sz="half" idx="3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F99D83C0-D2D5-496F-A305-9D3513BEF95B}"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 de mayo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A5B7C35C-F3E4-4522-8711-16E4F9052C2C}"/>
              </a:ext>
            </a:extLst>
          </p:cNvPr>
          <p:cNvSpPr>
            <a:spLocks noGrp="1"/>
          </p:cNvSpPr>
          <p:nvPr>
            <p:ph type="ftr" sz="quarter" idx="37"/>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1F4D6BAD-56F4-42F1-A2B3-FDB73364FD40}"/>
              </a:ext>
            </a:extLst>
          </p:cNvPr>
          <p:cNvSpPr>
            <a:spLocks noGrp="1"/>
          </p:cNvSpPr>
          <p:nvPr>
            <p:ph type="sldNum" sz="quarter" idx="38"/>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8860420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3768">
          <p15:clr>
            <a:srgbClr val="FBAE40"/>
          </p15:clr>
        </p15:guide>
        <p15:guide id="9" orient="horz" pos="552">
          <p15:clr>
            <a:srgbClr val="FBAE40"/>
          </p15:clr>
        </p15:guide>
        <p15:guide id="10" orient="horz" pos="1512">
          <p15:clr>
            <a:srgbClr val="FBAE40"/>
          </p15:clr>
        </p15:guide>
        <p15:guide id="11" orient="horz" pos="283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upo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orma libre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1" name="Forma libre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22" name="Forma libre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texto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5" name="Marcador de texto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27" name="Marcador de contenido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8" name="Marcador de posición de contenido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15" name="Conector recto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4914D182-A7DD-4F7B-B207-262854316EDA}"/>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7F69136C-C4B2-45F2-BCFC-515A0853BD43}"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10B29252-5D0B-4B9D-9FBD-8EC0929FE096}"/>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5BB4FEF6-E217-4110-BBF5-C4B77ADC8457}"/>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395094789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upo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orma libre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9" name="Forma libre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40" name="Forma libre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Marcador de texto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7" name="Marcador de contenido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0" name="Marcador de texto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1" name="Marcador de contenido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sp>
        <p:nvSpPr>
          <p:cNvPr id="22" name="Marcador de texto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s-ES" noProof="0"/>
              <a:t>Haga clic para modificar los estilos de texto del patrón</a:t>
            </a:r>
          </a:p>
        </p:txBody>
      </p:sp>
      <p:sp>
        <p:nvSpPr>
          <p:cNvPr id="24" name="Marcador de posición de contenido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s-ES" noProof="0"/>
              <a:t>Haga clic para modificar los estilos de texto del patrón</a:t>
            </a:r>
          </a:p>
        </p:txBody>
      </p:sp>
      <p:cxnSp>
        <p:nvCxnSpPr>
          <p:cNvPr id="26" name="Conector recto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Conector recto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Marcador de fecha 1">
            <a:extLst>
              <a:ext uri="{FF2B5EF4-FFF2-40B4-BE49-F238E27FC236}">
                <a16:creationId xmlns:a16="http://schemas.microsoft.com/office/drawing/2014/main" id="{F0FA07F3-F8E4-4505-85EC-22734AC68792}"/>
              </a:ext>
            </a:extLst>
          </p:cNvPr>
          <p:cNvSpPr>
            <a:spLocks noGrp="1"/>
          </p:cNvSpPr>
          <p:nvPr>
            <p:ph type="dt" sz="half" idx="14"/>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846AC6E8-C089-4970-88B6-A9DF4F2A5ECC}"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3" name="Marcador de pie de página 2">
            <a:extLst>
              <a:ext uri="{FF2B5EF4-FFF2-40B4-BE49-F238E27FC236}">
                <a16:creationId xmlns:a16="http://schemas.microsoft.com/office/drawing/2014/main" id="{D5165D22-FEF5-4F30-8822-5D2378806A9B}"/>
              </a:ext>
            </a:extLst>
          </p:cNvPr>
          <p:cNvSpPr>
            <a:spLocks noGrp="1"/>
          </p:cNvSpPr>
          <p:nvPr>
            <p:ph type="ftr" sz="quarter" idx="15"/>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4" name="Marcador de número de diapositiva 3">
            <a:extLst>
              <a:ext uri="{FF2B5EF4-FFF2-40B4-BE49-F238E27FC236}">
                <a16:creationId xmlns:a16="http://schemas.microsoft.com/office/drawing/2014/main" id="{1540F86B-3DA3-4708-AAF5-387BA115C415}"/>
              </a:ext>
            </a:extLst>
          </p:cNvPr>
          <p:cNvSpPr>
            <a:spLocks noGrp="1"/>
          </p:cNvSpPr>
          <p:nvPr>
            <p:ph type="sldNum" sz="quarter" idx="16"/>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12856177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p15:clr>
            <a:srgbClr val="FBAE40"/>
          </p15:clr>
        </p15:guide>
        <p15:guide id="4" pos="5160">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p15:clr>
            <a:srgbClr val="FBAE40"/>
          </p15:clr>
        </p15:guide>
        <p15:guide id="11" pos="2880">
          <p15:clr>
            <a:srgbClr val="FBAE40"/>
          </p15:clr>
        </p15:guide>
        <p15:guide id="12" orient="horz" pos="17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sumen ">
    <p:bg>
      <p:bgPr>
        <a:solidFill>
          <a:schemeClr val="tx1"/>
        </a:solidFill>
        <a:effectLst/>
      </p:bgPr>
    </p:bg>
    <p:spTree>
      <p:nvGrpSpPr>
        <p:cNvPr id="1" name=""/>
        <p:cNvGrpSpPr/>
        <p:nvPr/>
      </p:nvGrpSpPr>
      <p:grpSpPr>
        <a:xfrm>
          <a:off x="0" y="0"/>
          <a:ext cx="0" cy="0"/>
          <a:chOff x="0" y="0"/>
          <a:chExt cx="0" cy="0"/>
        </a:xfrm>
      </p:grpSpPr>
      <p:sp>
        <p:nvSpPr>
          <p:cNvPr id="32" name="Título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33" name="Conector recto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Marcador de texto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grpSp>
        <p:nvGrpSpPr>
          <p:cNvPr id="15" name="Grupo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orma libre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7" name="Forma libre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18" name="Forma libre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
        <p:nvSpPr>
          <p:cNvPr id="4" name="Marcador de texto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1" name="Marcador de texto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2" name="Marcador de texto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3" name="Marcador de texto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4" name="Marcador de texto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5" name="Marcador de texto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6" name="Marcador de texto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7" name="Marcador de texto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s-ES" noProof="0"/>
              <a:t>Haga clic para modificar los estilos de texto del patrón</a:t>
            </a:r>
          </a:p>
        </p:txBody>
      </p:sp>
      <p:sp>
        <p:nvSpPr>
          <p:cNvPr id="28" name="Marcador de texto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s-ES" noProof="0"/>
              <a:t>Haga clic para modificar los estilos de texto del patrón</a:t>
            </a:r>
          </a:p>
        </p:txBody>
      </p:sp>
      <p:sp>
        <p:nvSpPr>
          <p:cNvPr id="2" name="Marcador de fecha 1">
            <a:extLst>
              <a:ext uri="{FF2B5EF4-FFF2-40B4-BE49-F238E27FC236}">
                <a16:creationId xmlns:a16="http://schemas.microsoft.com/office/drawing/2014/main" id="{EC45E38A-5516-4C3E-88FC-0DCBD876054B}"/>
              </a:ext>
            </a:extLst>
          </p:cNvPr>
          <p:cNvSpPr>
            <a:spLocks noGrp="1"/>
          </p:cNvSpPr>
          <p:nvPr>
            <p:ph type="dt" sz="half" idx="21"/>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49053CBC-2B39-42EE-A9ED-10AB05B9208E}"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 de mayo de 2025</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
        <p:nvSpPr>
          <p:cNvPr id="5" name="Marcador de pie de página 4">
            <a:extLst>
              <a:ext uri="{FF2B5EF4-FFF2-40B4-BE49-F238E27FC236}">
                <a16:creationId xmlns:a16="http://schemas.microsoft.com/office/drawing/2014/main" id="{14225273-038D-4F51-A093-83D80104F21A}"/>
              </a:ext>
            </a:extLst>
          </p:cNvPr>
          <p:cNvSpPr>
            <a:spLocks noGrp="1"/>
          </p:cNvSpPr>
          <p:nvPr>
            <p:ph type="ftr" sz="quarter" idx="22"/>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dirty="0">
                <a:ln>
                  <a:noFill/>
                </a:ln>
                <a:solidFill>
                  <a:prstClr val="black"/>
                </a:solidFill>
                <a:effectLst/>
                <a:uLnTx/>
                <a:uFillTx/>
                <a:latin typeface="Franklin Gothic Demi"/>
                <a:ea typeface="+mn-ea"/>
                <a:cs typeface="+mn-cs"/>
              </a:rPr>
              <a:t>Revisión anual</a:t>
            </a:r>
          </a:p>
        </p:txBody>
      </p:sp>
      <p:sp>
        <p:nvSpPr>
          <p:cNvPr id="6" name="Marcador de número de diapositiva 5">
            <a:extLst>
              <a:ext uri="{FF2B5EF4-FFF2-40B4-BE49-F238E27FC236}">
                <a16:creationId xmlns:a16="http://schemas.microsoft.com/office/drawing/2014/main" id="{C7F24E14-E0E0-44FA-A4AA-FA63A858730C}"/>
              </a:ext>
            </a:extLst>
          </p:cNvPr>
          <p:cNvSpPr>
            <a:spLocks noGrp="1"/>
          </p:cNvSpPr>
          <p:nvPr>
            <p:ph type="sldNum" sz="quarter" idx="23"/>
          </p:nvPr>
        </p:nvSpPr>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6339415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racias">
    <p:bg>
      <p:bgPr>
        <a:solidFill>
          <a:schemeClr val="tx1"/>
        </a:solidFill>
        <a:effectLst/>
      </p:bgPr>
    </p:bg>
    <p:spTree>
      <p:nvGrpSpPr>
        <p:cNvPr id="1" name=""/>
        <p:cNvGrpSpPr/>
        <p:nvPr/>
      </p:nvGrpSpPr>
      <p:grpSpPr>
        <a:xfrm>
          <a:off x="0" y="0"/>
          <a:ext cx="0" cy="0"/>
          <a:chOff x="0" y="0"/>
          <a:chExt cx="0" cy="0"/>
        </a:xfrm>
      </p:grpSpPr>
      <p:sp>
        <p:nvSpPr>
          <p:cNvPr id="16" name="Marcador de texto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s-ES" noProof="0"/>
              <a:t>Haga clic para modificar los estilos de texto del patrón</a:t>
            </a:r>
          </a:p>
        </p:txBody>
      </p:sp>
      <p:sp>
        <p:nvSpPr>
          <p:cNvPr id="17" name="Subtítulo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modificar el estilo de subtítulo del patrón</a:t>
            </a:r>
            <a:endParaRPr lang="es-ES" noProof="0" dirty="0"/>
          </a:p>
        </p:txBody>
      </p:sp>
      <p:sp>
        <p:nvSpPr>
          <p:cNvPr id="26" name="Título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es-ES" noProof="0"/>
              <a:t>Haga clic para modificar el estilo de título del patrón</a:t>
            </a:r>
            <a:endParaRPr lang="es-ES" noProof="0" dirty="0"/>
          </a:p>
        </p:txBody>
      </p:sp>
      <p:cxnSp>
        <p:nvCxnSpPr>
          <p:cNvPr id="27" name="Conector recto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48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Marcador de posición de imagen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es-ES" noProof="0"/>
              <a:t>Haga clic en el icono para agregar una imagen</a:t>
            </a:r>
            <a:endParaRPr lang="es-ES" noProof="0" dirty="0"/>
          </a:p>
        </p:txBody>
      </p:sp>
      <p:grpSp>
        <p:nvGrpSpPr>
          <p:cNvPr id="30" name="Grupo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orma libre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2" name="Forma libre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sp>
          <p:nvSpPr>
            <p:cNvPr id="33" name="Forma libre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dirty="0">
                <a:ln>
                  <a:noFill/>
                </a:ln>
                <a:solidFill>
                  <a:prstClr val="white"/>
                </a:solidFill>
                <a:effectLst/>
                <a:uLnTx/>
                <a:uFillTx/>
                <a:latin typeface="Franklin Gothic Book"/>
                <a:ea typeface="+mn-ea"/>
                <a:cs typeface="+mn-cs"/>
              </a:endParaRPr>
            </a:p>
          </p:txBody>
        </p:sp>
      </p:grpSp>
    </p:spTree>
    <p:extLst>
      <p:ext uri="{BB962C8B-B14F-4D97-AF65-F5344CB8AC3E}">
        <p14:creationId xmlns:p14="http://schemas.microsoft.com/office/powerpoint/2010/main" val="2380417716"/>
      </p:ext>
    </p:extLst>
  </p:cSld>
  <p:clrMapOvr>
    <a:masterClrMapping/>
  </p:clrMapOvr>
  <p:extLst>
    <p:ext uri="{DCECCB84-F9BA-43D5-87BE-67443E8EF086}">
      <p15:sldGuideLst xmlns:p15="http://schemas.microsoft.com/office/powerpoint/2012/main">
        <p15:guide id="1" pos="60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2" name="Marcador de título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pPr rtl="0"/>
            <a:r>
              <a:rPr lang="es-ES" noProof="0"/>
              <a:t>Haga clic para modificar el estilo de título del patrón</a:t>
            </a:r>
          </a:p>
        </p:txBody>
      </p:sp>
      <p:sp>
        <p:nvSpPr>
          <p:cNvPr id="30" name="Marcador de fecha 3">
            <a:extLst>
              <a:ext uri="{FF2B5EF4-FFF2-40B4-BE49-F238E27FC236}">
                <a16:creationId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BF5E43A-1348-4597-A2F5-11856AA9D9CF}" type="datetime4">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 de mayo de 2025</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
        <p:nvSpPr>
          <p:cNvPr id="31" name="Marcador de pie de página 4">
            <a:extLst>
              <a:ext uri="{FF2B5EF4-FFF2-40B4-BE49-F238E27FC236}">
                <a16:creationId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100" b="0" i="0" u="none" strike="noStrike" kern="1200" cap="none" spc="0" normalizeH="0" baseline="0" noProof="0">
                <a:ln>
                  <a:noFill/>
                </a:ln>
                <a:solidFill>
                  <a:prstClr val="black"/>
                </a:solidFill>
                <a:effectLst/>
                <a:uLnTx/>
                <a:uFillTx/>
                <a:latin typeface="Franklin Gothic Demi"/>
                <a:ea typeface="+mn-ea"/>
                <a:cs typeface="+mn-cs"/>
              </a:rPr>
              <a:t>Revisión anual</a:t>
            </a:r>
          </a:p>
        </p:txBody>
      </p:sp>
      <p:sp>
        <p:nvSpPr>
          <p:cNvPr id="32" name="Marcador de posición de número de diapositiva 5">
            <a:extLst>
              <a:ext uri="{FF2B5EF4-FFF2-40B4-BE49-F238E27FC236}">
                <a16:creationId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94A09A9-5501-47C1-A89A-A340965A2BE2}" type="slidenum">
              <a:rPr kumimoji="0" lang="es-ES" sz="1100" b="0" i="0" u="none" strike="noStrike" kern="1200" cap="none" spc="0" normalizeH="0" baseline="0" noProof="0" smtClean="0">
                <a:ln>
                  <a:noFill/>
                </a:ln>
                <a:solidFill>
                  <a:prstClr val="black"/>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‹Nº›</a:t>
            </a:fld>
            <a:endParaRPr kumimoji="0" lang="es-ES" sz="1100" b="0" i="0" u="none" strike="noStrike" kern="1200" cap="none" spc="0" normalizeH="0" baseline="0" noProof="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1902135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3E168C-8042-5B4E-A5A4-A5BF693AE2D6}"/>
              </a:ext>
            </a:extLst>
          </p:cNvPr>
          <p:cNvSpPr>
            <a:spLocks noGrp="1"/>
          </p:cNvSpPr>
          <p:nvPr>
            <p:ph type="ctrTitle"/>
          </p:nvPr>
        </p:nvSpPr>
        <p:spPr>
          <a:xfrm>
            <a:off x="6367054" y="2116182"/>
            <a:ext cx="5491571" cy="1514019"/>
          </a:xfrm>
        </p:spPr>
        <p:txBody>
          <a:bodyPr rtlCol="0"/>
          <a:lstStyle/>
          <a:p>
            <a:pPr algn="ctr" rtl="0"/>
            <a:r>
              <a:rPr lang="es-ES" sz="4400" dirty="0">
                <a:latin typeface="Times New Roman" panose="02020603050405020304" pitchFamily="18" charset="0"/>
                <a:cs typeface="Times New Roman" panose="02020603050405020304" pitchFamily="18" charset="0"/>
              </a:rPr>
              <a:t>Sesión 30: Prueba U-Mann-Whitney</a:t>
            </a:r>
          </a:p>
        </p:txBody>
      </p:sp>
      <p:sp>
        <p:nvSpPr>
          <p:cNvPr id="3" name="Marcador de texto 2">
            <a:extLst>
              <a:ext uri="{FF2B5EF4-FFF2-40B4-BE49-F238E27FC236}">
                <a16:creationId xmlns:a16="http://schemas.microsoft.com/office/drawing/2014/main" id="{F18E61D8-31A3-2D45-8E25-CBE846E26E1C}"/>
              </a:ext>
            </a:extLst>
          </p:cNvPr>
          <p:cNvSpPr>
            <a:spLocks noGrp="1"/>
          </p:cNvSpPr>
          <p:nvPr>
            <p:ph type="body" sz="quarter" idx="11"/>
          </p:nvPr>
        </p:nvSpPr>
        <p:spPr>
          <a:xfrm>
            <a:off x="6367055" y="4549553"/>
            <a:ext cx="5491570" cy="953337"/>
          </a:xfrm>
        </p:spPr>
        <p:txBody>
          <a:bodyPr rtlCol="0"/>
          <a:lstStyle/>
          <a:p>
            <a:pPr algn="ctr" rtl="0"/>
            <a:r>
              <a:rPr lang="es-ES" dirty="0">
                <a:solidFill>
                  <a:schemeClr val="bg1"/>
                </a:solidFill>
                <a:latin typeface="+mj-lt"/>
              </a:rPr>
              <a:t>Mtro. David Nexticapan Cortes</a:t>
            </a:r>
            <a:endParaRPr lang="es-ES" dirty="0">
              <a:solidFill>
                <a:schemeClr val="bg1"/>
              </a:solidFill>
            </a:endParaRPr>
          </a:p>
          <a:p>
            <a:pPr rtl="0"/>
            <a:endParaRPr lang="es-ES" dirty="0"/>
          </a:p>
        </p:txBody>
      </p:sp>
    </p:spTree>
    <p:extLst>
      <p:ext uri="{BB962C8B-B14F-4D97-AF65-F5344CB8AC3E}">
        <p14:creationId xmlns:p14="http://schemas.microsoft.com/office/powerpoint/2010/main" val="505271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122DF8-59D4-D94D-8ED9-F2F319899DBF}"/>
              </a:ext>
            </a:extLst>
          </p:cNvPr>
          <p:cNvSpPr>
            <a:spLocks noGrp="1"/>
          </p:cNvSpPr>
          <p:nvPr>
            <p:ph type="title"/>
          </p:nvPr>
        </p:nvSpPr>
        <p:spPr>
          <a:xfrm>
            <a:off x="964022" y="879063"/>
            <a:ext cx="8276908" cy="610863"/>
          </a:xfrm>
        </p:spPr>
        <p:txBody>
          <a:bodyPr rtlCol="0">
            <a:noAutofit/>
          </a:bodyPr>
          <a:lstStyle/>
          <a:p>
            <a:pPr algn="just" rtl="0"/>
            <a:r>
              <a:rPr lang="es-ES" sz="2600" dirty="0">
                <a:latin typeface="Times New Roman" panose="02020603050405020304" pitchFamily="18" charset="0"/>
                <a:cs typeface="Times New Roman" panose="02020603050405020304" pitchFamily="18" charset="0"/>
              </a:rPr>
              <a:t>Prueba de U-Mann-Whitney</a:t>
            </a:r>
          </a:p>
        </p:txBody>
      </p:sp>
      <p:sp>
        <p:nvSpPr>
          <p:cNvPr id="5" name="CuadroTexto 4">
            <a:extLst>
              <a:ext uri="{FF2B5EF4-FFF2-40B4-BE49-F238E27FC236}">
                <a16:creationId xmlns:a16="http://schemas.microsoft.com/office/drawing/2014/main" id="{4B77887F-BB86-8BB4-8E75-761FE414B5F2}"/>
              </a:ext>
            </a:extLst>
          </p:cNvPr>
          <p:cNvSpPr txBox="1"/>
          <p:nvPr/>
        </p:nvSpPr>
        <p:spPr>
          <a:xfrm>
            <a:off x="964022" y="2353304"/>
            <a:ext cx="9332916" cy="961482"/>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Esta prueba resulta útil si tenemos dos muestras independientes y queremos analizar si hay diferencias entre la variable que estamos estudiante entre dos poblaciones, pero no podemos utilizar la prueba </a:t>
            </a:r>
            <a:r>
              <a:rPr lang="es-MX"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t.test</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o </a:t>
            </a:r>
            <a:r>
              <a:rPr lang="es-MX" dirty="0" err="1">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z.test</a:t>
            </a:r>
            <a:r>
              <a:rPr lang="es-MX"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debido a que no se cumple alguno de los requisitos.</a:t>
            </a:r>
            <a:endParaRPr lang="es-MX" dirty="0">
              <a:solidFill>
                <a:schemeClr val="bg1"/>
              </a:solidFill>
              <a:latin typeface="Times New Roman" panose="02020603050405020304" pitchFamily="18" charset="0"/>
              <a:cs typeface="Times New Roman" panose="02020603050405020304" pitchFamily="18" charset="0"/>
            </a:endParaRPr>
          </a:p>
        </p:txBody>
      </p:sp>
      <p:sp>
        <p:nvSpPr>
          <p:cNvPr id="3" name="CuadroTexto 2">
            <a:extLst>
              <a:ext uri="{FF2B5EF4-FFF2-40B4-BE49-F238E27FC236}">
                <a16:creationId xmlns:a16="http://schemas.microsoft.com/office/drawing/2014/main" id="{1FDC0F84-EF36-F694-7238-639BFFBFBC24}"/>
              </a:ext>
            </a:extLst>
          </p:cNvPr>
          <p:cNvSpPr txBox="1"/>
          <p:nvPr/>
        </p:nvSpPr>
        <p:spPr>
          <a:xfrm>
            <a:off x="964022" y="3543215"/>
            <a:ext cx="9332916" cy="961482"/>
          </a:xfrm>
          <a:prstGeom prst="rect">
            <a:avLst/>
          </a:prstGeom>
          <a:noFill/>
          <a:ln>
            <a:solidFill>
              <a:schemeClr val="tx1">
                <a:lumMod val="85000"/>
              </a:schemeClr>
            </a:solidFill>
          </a:ln>
        </p:spPr>
        <p:txBody>
          <a:bodyPr wrap="square" rtlCol="0">
            <a:spAutoFit/>
          </a:bodyPr>
          <a:lstStyle/>
          <a:p>
            <a:pPr algn="just">
              <a:lnSpc>
                <a:spcPct val="107000"/>
              </a:lnSpc>
              <a:spcAft>
                <a:spcPts val="800"/>
              </a:spcAft>
            </a:pPr>
            <a:r>
              <a:rPr lang="es-MX" dirty="0">
                <a:solidFill>
                  <a:schemeClr val="bg1"/>
                </a:solidFill>
                <a:latin typeface="Times New Roman" panose="02020603050405020304" pitchFamily="18" charset="0"/>
                <a:cs typeface="Times New Roman" panose="02020603050405020304" pitchFamily="18" charset="0"/>
              </a:rPr>
              <a:t>La prueba de Mann-Whitney también conocida como la prueba de la suma de rangos de Wilcoxon se utiliza para probar la hipótesis nula de que las dos muestras independientes provienen de poblaciones con medianas iguales.:</a:t>
            </a:r>
          </a:p>
        </p:txBody>
      </p:sp>
      <mc:AlternateContent xmlns:mc="http://schemas.openxmlformats.org/markup-compatibility/2006" xmlns:a14="http://schemas.microsoft.com/office/drawing/2010/main">
        <mc:Choice Requires="a14">
          <p:sp>
            <p:nvSpPr>
              <p:cNvPr id="6" name="CuadroTexto 5">
                <a:extLst>
                  <a:ext uri="{FF2B5EF4-FFF2-40B4-BE49-F238E27FC236}">
                    <a16:creationId xmlns:a16="http://schemas.microsoft.com/office/drawing/2014/main" id="{8AAD9A5A-93B8-5945-F4E3-A0BAA0247E23}"/>
                  </a:ext>
                </a:extLst>
              </p:cNvPr>
              <p:cNvSpPr txBox="1"/>
              <p:nvPr/>
            </p:nvSpPr>
            <p:spPr>
              <a:xfrm>
                <a:off x="4263543" y="4733126"/>
                <a:ext cx="3664914"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sz="2000" i="1" smtClean="0">
                              <a:solidFill>
                                <a:schemeClr val="bg1"/>
                              </a:solidFill>
                              <a:latin typeface="Cambria Math" panose="02040503050406030204" pitchFamily="18" charset="0"/>
                            </a:rPr>
                          </m:ctrlPr>
                        </m:sSubPr>
                        <m:e>
                          <m:r>
                            <a:rPr lang="es-MX" sz="2000" b="0" i="1" smtClean="0">
                              <a:solidFill>
                                <a:schemeClr val="bg1"/>
                              </a:solidFill>
                              <a:latin typeface="Cambria Math" panose="02040503050406030204" pitchFamily="18" charset="0"/>
                            </a:rPr>
                            <m:t>𝐻</m:t>
                          </m:r>
                        </m:e>
                        <m:sub>
                          <m:r>
                            <a:rPr lang="es-MX" sz="2000" b="0" i="1" smtClean="0">
                              <a:solidFill>
                                <a:schemeClr val="bg1"/>
                              </a:solidFill>
                              <a:latin typeface="Cambria Math" panose="02040503050406030204" pitchFamily="18" charset="0"/>
                            </a:rPr>
                            <m:t>0</m:t>
                          </m:r>
                        </m:sub>
                      </m:sSub>
                      <m:r>
                        <a:rPr lang="es-MX" sz="2000" b="0" i="1" smtClean="0">
                          <a:solidFill>
                            <a:schemeClr val="bg1"/>
                          </a:solidFill>
                          <a:latin typeface="Cambria Math" panose="02040503050406030204" pitchFamily="18" charset="0"/>
                        </a:rPr>
                        <m:t>:</m:t>
                      </m:r>
                      <m:sSub>
                        <m:sSubPr>
                          <m:ctrlPr>
                            <a:rPr lang="es-MX" sz="2000" b="0" i="1" smtClean="0">
                              <a:solidFill>
                                <a:schemeClr val="bg1"/>
                              </a:solidFill>
                              <a:latin typeface="Cambria Math" panose="02040503050406030204" pitchFamily="18" charset="0"/>
                            </a:rPr>
                          </m:ctrlPr>
                        </m:sSubPr>
                        <m:e>
                          <m:r>
                            <a:rPr lang="es-MX" sz="2000" b="0" i="1" smtClean="0">
                              <a:solidFill>
                                <a:schemeClr val="bg1"/>
                              </a:solidFill>
                              <a:latin typeface="Cambria Math" panose="02040503050406030204" pitchFamily="18" charset="0"/>
                            </a:rPr>
                            <m:t>𝑀</m:t>
                          </m:r>
                        </m:e>
                        <m:sub>
                          <m:r>
                            <a:rPr lang="es-MX" sz="2000" b="0" i="1" smtClean="0">
                              <a:solidFill>
                                <a:schemeClr val="bg1"/>
                              </a:solidFill>
                              <a:latin typeface="Cambria Math" panose="02040503050406030204" pitchFamily="18" charset="0"/>
                            </a:rPr>
                            <m:t>1</m:t>
                          </m:r>
                        </m:sub>
                      </m:sSub>
                      <m:r>
                        <a:rPr lang="es-MX" sz="2000" b="0" i="1" smtClean="0">
                          <a:solidFill>
                            <a:schemeClr val="bg1"/>
                          </a:solidFill>
                          <a:latin typeface="Cambria Math" panose="02040503050406030204" pitchFamily="18" charset="0"/>
                          <a:ea typeface="Cambria Math" panose="02040503050406030204" pitchFamily="18" charset="0"/>
                        </a:rPr>
                        <m:t>=</m:t>
                      </m:r>
                      <m:sSub>
                        <m:sSubPr>
                          <m:ctrlPr>
                            <a:rPr lang="es-MX" sz="2000" b="0" i="1" smtClean="0">
                              <a:solidFill>
                                <a:schemeClr val="bg1"/>
                              </a:solidFill>
                              <a:latin typeface="Cambria Math" panose="02040503050406030204" pitchFamily="18" charset="0"/>
                            </a:rPr>
                          </m:ctrlPr>
                        </m:sSubPr>
                        <m:e>
                          <m:r>
                            <a:rPr lang="es-MX" sz="2000" b="0" i="1" smtClean="0">
                              <a:solidFill>
                                <a:schemeClr val="bg1"/>
                              </a:solidFill>
                              <a:latin typeface="Cambria Math" panose="02040503050406030204" pitchFamily="18" charset="0"/>
                            </a:rPr>
                            <m:t>𝑀</m:t>
                          </m:r>
                        </m:e>
                        <m:sub>
                          <m:r>
                            <a:rPr lang="es-MX" sz="2000" b="0" i="1" smtClean="0">
                              <a:solidFill>
                                <a:schemeClr val="bg1"/>
                              </a:solidFill>
                              <a:latin typeface="Cambria Math" panose="02040503050406030204" pitchFamily="18" charset="0"/>
                            </a:rPr>
                            <m:t>2</m:t>
                          </m:r>
                        </m:sub>
                      </m:sSub>
                      <m:r>
                        <a:rPr lang="es-MX" sz="2000" b="0" i="1" smtClean="0">
                          <a:solidFill>
                            <a:schemeClr val="bg1"/>
                          </a:solidFill>
                          <a:latin typeface="Cambria Math" panose="02040503050406030204" pitchFamily="18" charset="0"/>
                        </a:rPr>
                        <m:t>    </m:t>
                      </m:r>
                      <m:r>
                        <a:rPr lang="es-MX" sz="2000" b="0" i="1" smtClean="0">
                          <a:solidFill>
                            <a:schemeClr val="bg1"/>
                          </a:solidFill>
                          <a:latin typeface="Cambria Math" panose="02040503050406030204" pitchFamily="18" charset="0"/>
                        </a:rPr>
                        <m:t>𝑣𝑠</m:t>
                      </m:r>
                      <m:sSub>
                        <m:sSubPr>
                          <m:ctrlPr>
                            <a:rPr lang="es-MX" sz="2000" i="1">
                              <a:solidFill>
                                <a:schemeClr val="bg1"/>
                              </a:solidFill>
                              <a:latin typeface="Cambria Math" panose="02040503050406030204" pitchFamily="18" charset="0"/>
                            </a:rPr>
                          </m:ctrlPr>
                        </m:sSubPr>
                        <m:e>
                          <m:r>
                            <a:rPr lang="es-MX" sz="2000" b="0" i="1" smtClean="0">
                              <a:solidFill>
                                <a:schemeClr val="bg1"/>
                              </a:solidFill>
                              <a:latin typeface="Cambria Math" panose="02040503050406030204" pitchFamily="18" charset="0"/>
                            </a:rPr>
                            <m:t>      </m:t>
                          </m:r>
                          <m:r>
                            <a:rPr lang="es-MX" sz="2000" b="0" i="1" smtClean="0">
                              <a:solidFill>
                                <a:schemeClr val="bg1"/>
                              </a:solidFill>
                              <a:latin typeface="Cambria Math" panose="02040503050406030204" pitchFamily="18" charset="0"/>
                            </a:rPr>
                            <m:t>𝐻</m:t>
                          </m:r>
                        </m:e>
                        <m:sub>
                          <m:r>
                            <a:rPr lang="es-MX" sz="2000" b="0" i="1" smtClean="0">
                              <a:solidFill>
                                <a:schemeClr val="bg1"/>
                              </a:solidFill>
                              <a:latin typeface="Cambria Math" panose="02040503050406030204" pitchFamily="18" charset="0"/>
                            </a:rPr>
                            <m:t>1</m:t>
                          </m:r>
                        </m:sub>
                      </m:sSub>
                      <m:r>
                        <a:rPr lang="es-MX" sz="2000" i="1">
                          <a:solidFill>
                            <a:schemeClr val="bg1"/>
                          </a:solidFill>
                          <a:latin typeface="Cambria Math" panose="02040503050406030204" pitchFamily="18" charset="0"/>
                        </a:rPr>
                        <m:t>:</m:t>
                      </m:r>
                      <m:sSub>
                        <m:sSubPr>
                          <m:ctrlPr>
                            <a:rPr lang="es-MX" sz="2000" i="1">
                              <a:solidFill>
                                <a:schemeClr val="bg1"/>
                              </a:solidFill>
                              <a:latin typeface="Cambria Math" panose="02040503050406030204" pitchFamily="18" charset="0"/>
                            </a:rPr>
                          </m:ctrlPr>
                        </m:sSubPr>
                        <m:e>
                          <m:r>
                            <a:rPr lang="es-MX" sz="2000" b="0" i="1" smtClean="0">
                              <a:solidFill>
                                <a:schemeClr val="bg1"/>
                              </a:solidFill>
                              <a:latin typeface="Cambria Math" panose="02040503050406030204" pitchFamily="18" charset="0"/>
                            </a:rPr>
                            <m:t>𝑀</m:t>
                          </m:r>
                        </m:e>
                        <m:sub>
                          <m:r>
                            <a:rPr lang="es-MX" sz="2000" i="1">
                              <a:solidFill>
                                <a:schemeClr val="bg1"/>
                              </a:solidFill>
                              <a:latin typeface="Cambria Math" panose="02040503050406030204" pitchFamily="18" charset="0"/>
                            </a:rPr>
                            <m:t>1</m:t>
                          </m:r>
                        </m:sub>
                      </m:sSub>
                      <m:r>
                        <a:rPr lang="es-MX" sz="2000" i="1" smtClean="0">
                          <a:solidFill>
                            <a:schemeClr val="bg1"/>
                          </a:solidFill>
                          <a:latin typeface="Cambria Math" panose="02040503050406030204" pitchFamily="18" charset="0"/>
                          <a:ea typeface="Cambria Math" panose="02040503050406030204" pitchFamily="18" charset="0"/>
                        </a:rPr>
                        <m:t>≠</m:t>
                      </m:r>
                      <m:sSub>
                        <m:sSubPr>
                          <m:ctrlPr>
                            <a:rPr lang="es-MX" sz="2000" i="1">
                              <a:solidFill>
                                <a:schemeClr val="bg1"/>
                              </a:solidFill>
                              <a:latin typeface="Cambria Math" panose="02040503050406030204" pitchFamily="18" charset="0"/>
                            </a:rPr>
                          </m:ctrlPr>
                        </m:sSubPr>
                        <m:e>
                          <m:r>
                            <a:rPr lang="es-MX" sz="2000" b="0" i="1" smtClean="0">
                              <a:solidFill>
                                <a:schemeClr val="bg1"/>
                              </a:solidFill>
                              <a:latin typeface="Cambria Math" panose="02040503050406030204" pitchFamily="18" charset="0"/>
                            </a:rPr>
                            <m:t>𝑀</m:t>
                          </m:r>
                        </m:e>
                        <m:sub>
                          <m:r>
                            <a:rPr lang="es-MX" sz="2000" i="1">
                              <a:solidFill>
                                <a:schemeClr val="bg1"/>
                              </a:solidFill>
                              <a:latin typeface="Cambria Math" panose="02040503050406030204" pitchFamily="18" charset="0"/>
                            </a:rPr>
                            <m:t>2</m:t>
                          </m:r>
                        </m:sub>
                      </m:sSub>
                    </m:oMath>
                  </m:oMathPara>
                </a14:m>
                <a:endParaRPr lang="es-MX" sz="2000" dirty="0">
                  <a:solidFill>
                    <a:schemeClr val="bg1"/>
                  </a:solidFill>
                </a:endParaRPr>
              </a:p>
            </p:txBody>
          </p:sp>
        </mc:Choice>
        <mc:Fallback xmlns="">
          <p:sp>
            <p:nvSpPr>
              <p:cNvPr id="6" name="CuadroTexto 5">
                <a:extLst>
                  <a:ext uri="{FF2B5EF4-FFF2-40B4-BE49-F238E27FC236}">
                    <a16:creationId xmlns:a16="http://schemas.microsoft.com/office/drawing/2014/main" id="{8AAD9A5A-93B8-5945-F4E3-A0BAA0247E23}"/>
                  </a:ext>
                </a:extLst>
              </p:cNvPr>
              <p:cNvSpPr txBox="1">
                <a:spLocks noRot="1" noChangeAspect="1" noMove="1" noResize="1" noEditPoints="1" noAdjustHandles="1" noChangeArrowheads="1" noChangeShapeType="1" noTextEdit="1"/>
              </p:cNvSpPr>
              <p:nvPr/>
            </p:nvSpPr>
            <p:spPr>
              <a:xfrm>
                <a:off x="4263543" y="4733126"/>
                <a:ext cx="3664914" cy="307777"/>
              </a:xfrm>
              <a:prstGeom prst="rect">
                <a:avLst/>
              </a:prstGeom>
              <a:blipFill>
                <a:blip r:embed="rId3"/>
                <a:stretch>
                  <a:fillRect l="-498" b="-17647"/>
                </a:stretch>
              </a:blipFill>
            </p:spPr>
            <p:txBody>
              <a:bodyPr/>
              <a:lstStyle/>
              <a:p>
                <a:r>
                  <a:rPr lang="es-MX">
                    <a:noFill/>
                  </a:rPr>
                  <a:t> </a:t>
                </a:r>
              </a:p>
            </p:txBody>
          </p:sp>
        </mc:Fallback>
      </mc:AlternateContent>
    </p:spTree>
    <p:extLst>
      <p:ext uri="{BB962C8B-B14F-4D97-AF65-F5344CB8AC3E}">
        <p14:creationId xmlns:p14="http://schemas.microsoft.com/office/powerpoint/2010/main" val="1241354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Lst>
  </p:timing>
</p:sld>
</file>

<file path=ppt/theme/theme1.xml><?xml version="1.0" encoding="utf-8"?>
<a:theme xmlns:a="http://schemas.openxmlformats.org/drawingml/2006/main" name="Tema1">
  <a:themeElements>
    <a:clrScheme name="Naranja amarillo">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9129432_TF78853419_Win32.potx" id="{F85094AE-F951-45B6-B003-F9F3B4BD38C5}" vid="{E124D037-8587-41C3-AB02-2A120C8407E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2990</TotalTime>
  <Words>111</Words>
  <Application>Microsoft Office PowerPoint</Application>
  <PresentationFormat>Panorámica</PresentationFormat>
  <Paragraphs>8</Paragraphs>
  <Slides>2</Slides>
  <Notes>2</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vt:i4>
      </vt:variant>
    </vt:vector>
  </HeadingPairs>
  <TitlesOfParts>
    <vt:vector size="10" baseType="lpstr">
      <vt:lpstr>Arial</vt:lpstr>
      <vt:lpstr>Calibri</vt:lpstr>
      <vt:lpstr>Cambria Math</vt:lpstr>
      <vt:lpstr>Franklin Gothic Book</vt:lpstr>
      <vt:lpstr>Franklin Gothic Demi</vt:lpstr>
      <vt:lpstr>Times New Roman</vt:lpstr>
      <vt:lpstr>Wingdings</vt:lpstr>
      <vt:lpstr>Tema1</vt:lpstr>
      <vt:lpstr>Sesión 30: Prueba U-Mann-Whitney</vt:lpstr>
      <vt:lpstr>Prueba de U-Mann-Whitney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7: Estimaciones para la media poblacional μ</dc:title>
  <dc:creator>David Nexticapan Cortes</dc:creator>
  <cp:lastModifiedBy>DAVID NEXTICAPAN - CORTES</cp:lastModifiedBy>
  <cp:revision>90</cp:revision>
  <dcterms:created xsi:type="dcterms:W3CDTF">2023-09-16T20:42:33Z</dcterms:created>
  <dcterms:modified xsi:type="dcterms:W3CDTF">2025-05-06T19:44:21Z</dcterms:modified>
</cp:coreProperties>
</file>